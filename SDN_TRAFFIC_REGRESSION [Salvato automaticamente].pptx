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8" r:id="rId4"/>
  </p:sldMasterIdLst>
  <p:notesMasterIdLst>
    <p:notesMasterId r:id="rId14"/>
  </p:notesMasterIdLst>
  <p:sldIdLst>
    <p:sldId id="627" r:id="rId5"/>
    <p:sldId id="628" r:id="rId6"/>
    <p:sldId id="635" r:id="rId7"/>
    <p:sldId id="629" r:id="rId8"/>
    <p:sldId id="632" r:id="rId9"/>
    <p:sldId id="636" r:id="rId10"/>
    <p:sldId id="630" r:id="rId11"/>
    <p:sldId id="631" r:id="rId12"/>
    <p:sldId id="634" r:id="rId13"/>
  </p:sldIdLst>
  <p:sldSz cx="17340263" cy="9753600"/>
  <p:notesSz cx="6858000" cy="9144000"/>
  <p:embeddedFontLst>
    <p:embeddedFont>
      <p:font typeface="Open Sans Light" panose="020B0306030504020204" pitchFamily="34" charset="0"/>
      <p:regular r:id="rId15"/>
      <p:italic r:id="rId16"/>
    </p:embeddedFont>
  </p:embeddedFontLst>
  <p:defaultTextStyle>
    <a:lvl1pPr algn="ctr" defTabSz="584200">
      <a:defRPr sz="3600">
        <a:latin typeface="Helvetica Light"/>
        <a:ea typeface="Helvetica Light"/>
        <a:cs typeface="Helvetica Light"/>
        <a:sym typeface="Helvetica Light"/>
      </a:defRPr>
    </a:lvl1pPr>
    <a:lvl2pPr algn="ctr" defTabSz="584200">
      <a:defRPr sz="3600">
        <a:latin typeface="Helvetica Light"/>
        <a:ea typeface="Helvetica Light"/>
        <a:cs typeface="Helvetica Light"/>
        <a:sym typeface="Helvetica Light"/>
      </a:defRPr>
    </a:lvl2pPr>
    <a:lvl3pPr algn="ctr" defTabSz="584200">
      <a:defRPr sz="3600">
        <a:latin typeface="Helvetica Light"/>
        <a:ea typeface="Helvetica Light"/>
        <a:cs typeface="Helvetica Light"/>
        <a:sym typeface="Helvetica Light"/>
      </a:defRPr>
    </a:lvl3pPr>
    <a:lvl4pPr algn="ctr" defTabSz="584200">
      <a:defRPr sz="3600">
        <a:latin typeface="Helvetica Light"/>
        <a:ea typeface="Helvetica Light"/>
        <a:cs typeface="Helvetica Light"/>
        <a:sym typeface="Helvetica Light"/>
      </a:defRPr>
    </a:lvl4pPr>
    <a:lvl5pPr algn="ctr" defTabSz="584200">
      <a:defRPr sz="3600">
        <a:latin typeface="Helvetica Light"/>
        <a:ea typeface="Helvetica Light"/>
        <a:cs typeface="Helvetica Light"/>
        <a:sym typeface="Helvetica Light"/>
      </a:defRPr>
    </a:lvl5pPr>
    <a:lvl6pPr algn="ctr" defTabSz="584200">
      <a:defRPr sz="3600">
        <a:latin typeface="Helvetica Light"/>
        <a:ea typeface="Helvetica Light"/>
        <a:cs typeface="Helvetica Light"/>
        <a:sym typeface="Helvetica Light"/>
      </a:defRPr>
    </a:lvl6pPr>
    <a:lvl7pPr algn="ctr" defTabSz="584200">
      <a:defRPr sz="3600">
        <a:latin typeface="Helvetica Light"/>
        <a:ea typeface="Helvetica Light"/>
        <a:cs typeface="Helvetica Light"/>
        <a:sym typeface="Helvetica Light"/>
      </a:defRPr>
    </a:lvl7pPr>
    <a:lvl8pPr algn="ctr" defTabSz="584200">
      <a:defRPr sz="3600">
        <a:latin typeface="Helvetica Light"/>
        <a:ea typeface="Helvetica Light"/>
        <a:cs typeface="Helvetica Light"/>
        <a:sym typeface="Helvetica Light"/>
      </a:defRPr>
    </a:lvl8pPr>
    <a:lvl9pPr algn="ctr" defTabSz="584200">
      <a:defRPr sz="3600">
        <a:latin typeface="Helvetica Light"/>
        <a:ea typeface="Helvetica Light"/>
        <a:cs typeface="Helvetica Light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D2E8"/>
          </a:solidFill>
        </a:fill>
      </a:tcStyle>
    </a:wholeTbl>
    <a:band2H>
      <a:tcTxStyle/>
      <a:tcStyle>
        <a:tcBdr/>
        <a:fill>
          <a:solidFill>
            <a:srgbClr val="E6EAF4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365C0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365C0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2E7CB"/>
          </a:solidFill>
        </a:fill>
      </a:tcStyle>
    </a:wholeTbl>
    <a:band2H>
      <a:tcTxStyle/>
      <a:tcStyle>
        <a:tcBdr/>
        <a:fill>
          <a:solidFill>
            <a:srgbClr val="F8F4E7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CBD23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CBD23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CBD23"/>
          </a:solidFill>
        </a:fill>
      </a:tcStyle>
    </a:firstRow>
  </a:tblStyle>
  <a:tblStyle styleId="{EEE7283C-3CF3-47DC-8721-378D4A62B228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5CDDE"/>
          </a:solidFill>
        </a:fill>
      </a:tcStyle>
    </a:wholeTbl>
    <a:band2H>
      <a:tcTxStyle/>
      <a:tcStyle>
        <a:tcBdr/>
        <a:fill>
          <a:solidFill>
            <a:srgbClr val="EBE8EF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773F9B"/>
          </a:solidFill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773F9B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773F9B"/>
          </a:solidFill>
        </a:fill>
      </a:tcStyle>
    </a:firstRow>
  </a:tblStyle>
  <a:tblStyle styleId="{CF821DB8-F4EB-4A41-A1BA-3FCAFE7338EE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33BA23B1-9221-436E-865A-0063620EA4FD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95"/>
  </p:normalViewPr>
  <p:slideViewPr>
    <p:cSldViewPr snapToGrid="0" snapToObjects="1">
      <p:cViewPr varScale="1">
        <p:scale>
          <a:sx n="72" d="100"/>
          <a:sy n="72" d="100"/>
        </p:scale>
        <p:origin x="240" y="2536"/>
      </p:cViewPr>
      <p:guideLst>
        <p:guide orient="horz" pos="3072"/>
        <p:guide pos="546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95952187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AB0267-42D8-F44A-8A36-0D6F655D7E73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0820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2 - Title DISI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 descr="Immagine che contiene schermata, Elementi grafici, grafica, design&#10;&#10;Il contenuto generato dall'IA potrebbe non essere corretto.">
            <a:extLst>
              <a:ext uri="{FF2B5EF4-FFF2-40B4-BE49-F238E27FC236}">
                <a16:creationId xmlns:a16="http://schemas.microsoft.com/office/drawing/2014/main" id="{1FE35AED-51DB-6247-1B4C-37AFEE7CD2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500"/>
          <a:stretch>
            <a:fillRect/>
          </a:stretch>
        </p:blipFill>
        <p:spPr>
          <a:xfrm flipH="1">
            <a:off x="1" y="-2"/>
            <a:ext cx="17340262" cy="975360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6333443F-F1E4-C54F-90F9-7AB74BFF97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67172" y="3333116"/>
            <a:ext cx="12088156" cy="6801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845" b="1" i="0">
                <a:solidFill>
                  <a:schemeClr val="tx1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  <a:lvl2pPr marL="487684" indent="0" algn="ctr">
              <a:buNone/>
              <a:defRPr sz="2133"/>
            </a:lvl2pPr>
            <a:lvl3pPr marL="975366" indent="0" algn="ctr">
              <a:buNone/>
              <a:defRPr sz="1920"/>
            </a:lvl3pPr>
            <a:lvl4pPr marL="1463049" indent="0" algn="ctr">
              <a:buNone/>
              <a:defRPr sz="1707"/>
            </a:lvl4pPr>
            <a:lvl5pPr marL="1950732" indent="0" algn="ctr">
              <a:buNone/>
              <a:defRPr sz="1707"/>
            </a:lvl5pPr>
            <a:lvl6pPr marL="2438415" indent="0" algn="ctr">
              <a:buNone/>
              <a:defRPr sz="1707"/>
            </a:lvl6pPr>
            <a:lvl7pPr marL="2926098" indent="0" algn="ctr">
              <a:buNone/>
              <a:defRPr sz="1707"/>
            </a:lvl7pPr>
            <a:lvl8pPr marL="3413781" indent="0" algn="ctr">
              <a:buNone/>
              <a:defRPr sz="1707"/>
            </a:lvl8pPr>
            <a:lvl9pPr marL="3901465" indent="0" algn="ctr">
              <a:buNone/>
              <a:defRPr sz="1707"/>
            </a:lvl9pPr>
          </a:lstStyle>
          <a:p>
            <a:r>
              <a:rPr lang="it-IT"/>
              <a:t>Clicca per modificare Nome Cognome</a:t>
            </a:r>
          </a:p>
          <a:p>
            <a:endParaRPr lang="it-IT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9C41F5B-B420-6540-A8B7-0B9A1BD134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67173" y="585680"/>
            <a:ext cx="12088165" cy="26914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267" b="1" i="0" cap="none" baseline="0">
                <a:solidFill>
                  <a:schemeClr val="tx1"/>
                </a:solidFill>
                <a:latin typeface="Open Sans Condensed" panose="020B0604020202020204" charset="0"/>
                <a:ea typeface="Open Sans Condensed" panose="020B0604020202020204" charset="0"/>
                <a:cs typeface="Open Sans Condensed" panose="020B0604020202020204" charset="0"/>
              </a:defRPr>
            </a:lvl1pPr>
          </a:lstStyle>
          <a:p>
            <a:r>
              <a:rPr lang="en-US" noProof="0" err="1"/>
              <a:t>Clicca</a:t>
            </a:r>
            <a:r>
              <a:rPr lang="en-US" noProof="0"/>
              <a:t> per </a:t>
            </a:r>
            <a:r>
              <a:rPr lang="en-US" noProof="0" err="1"/>
              <a:t>modificare</a:t>
            </a:r>
            <a:r>
              <a:rPr lang="en-US" noProof="0"/>
              <a:t> il </a:t>
            </a:r>
            <a:r>
              <a:rPr lang="en-US" noProof="0" err="1"/>
              <a:t>Titolo</a:t>
            </a:r>
            <a:endParaRPr lang="en-US" noProof="0"/>
          </a:p>
        </p:txBody>
      </p:sp>
      <p:cxnSp>
        <p:nvCxnSpPr>
          <p:cNvPr id="3" name="Connettore 1 2">
            <a:extLst>
              <a:ext uri="{FF2B5EF4-FFF2-40B4-BE49-F238E27FC236}">
                <a16:creationId xmlns:a16="http://schemas.microsoft.com/office/drawing/2014/main" id="{DFFF06FE-CA4D-9D45-BE63-0442E9678ABC}"/>
              </a:ext>
            </a:extLst>
          </p:cNvPr>
          <p:cNvCxnSpPr>
            <a:cxnSpLocks/>
          </p:cNvCxnSpPr>
          <p:nvPr userDrawn="1"/>
        </p:nvCxnSpPr>
        <p:spPr>
          <a:xfrm>
            <a:off x="825324" y="2"/>
            <a:ext cx="0" cy="9011659"/>
          </a:xfrm>
          <a:prstGeom prst="line">
            <a:avLst/>
          </a:prstGeom>
          <a:ln w="19050">
            <a:solidFill>
              <a:srgbClr val="FFFFFF">
                <a:alpha val="14902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ubtitle 2">
            <a:extLst>
              <a:ext uri="{FF2B5EF4-FFF2-40B4-BE49-F238E27FC236}">
                <a16:creationId xmlns:a16="http://schemas.microsoft.com/office/drawing/2014/main" id="{059DBBDF-10AF-FC40-8026-487E3F309663}"/>
              </a:ext>
            </a:extLst>
          </p:cNvPr>
          <p:cNvSpPr txBox="1">
            <a:spLocks/>
          </p:cNvSpPr>
          <p:nvPr userDrawn="1"/>
        </p:nvSpPr>
        <p:spPr>
          <a:xfrm>
            <a:off x="1267171" y="4043874"/>
            <a:ext cx="12088156" cy="680186"/>
          </a:xfrm>
          <a:prstGeom prst="rect">
            <a:avLst/>
          </a:prstGeom>
        </p:spPr>
        <p:txBody>
          <a:bodyPr vert="horz" lIns="130048" tIns="65024" rIns="130048" bIns="65024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Open Sans Condensed" panose="020B0606030504020204" pitchFamily="34" charset="0"/>
                <a:ea typeface="Open Sans Condensed" panose="020B0606030504020204" pitchFamily="34" charset="0"/>
                <a:cs typeface="Open Sans Condensed" panose="020B0606030504020204" pitchFamily="34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2560" b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1EE0ACF-3CC0-B342-87F5-9328576E86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67418" y="4477765"/>
            <a:ext cx="12087909" cy="14088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45" b="0" i="0"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1pPr>
          </a:lstStyle>
          <a:p>
            <a:r>
              <a:rPr lang="it-IT" b="0"/>
              <a:t>Università degli Studi dell’Aquila / </a:t>
            </a:r>
            <a:r>
              <a:rPr lang="it-IT" b="0" err="1"/>
              <a:t>Italy</a:t>
            </a:r>
            <a:endParaRPr lang="it-IT" b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B33B02C-8FFF-5347-B037-1CF0840DF50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089077" y="363738"/>
            <a:ext cx="3469213" cy="1181936"/>
          </a:xfrm>
          <a:prstGeom prst="rect">
            <a:avLst/>
          </a:prstGeom>
        </p:spPr>
      </p:pic>
      <p:sp>
        <p:nvSpPr>
          <p:cNvPr id="17" name="Rettangolo 16">
            <a:extLst>
              <a:ext uri="{FF2B5EF4-FFF2-40B4-BE49-F238E27FC236}">
                <a16:creationId xmlns:a16="http://schemas.microsoft.com/office/drawing/2014/main" id="{6829AA67-F8E0-5C4D-A4A2-DAABD6F1BA4F}"/>
              </a:ext>
            </a:extLst>
          </p:cNvPr>
          <p:cNvSpPr/>
          <p:nvPr userDrawn="1"/>
        </p:nvSpPr>
        <p:spPr>
          <a:xfrm>
            <a:off x="781975" y="740124"/>
            <a:ext cx="86700" cy="10836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560" b="0" i="0">
              <a:latin typeface="Open Sans Condensed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6100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. INDENT TITLE + CONTENT (pros &amp; co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E60C47F7-94A7-514E-AFC0-4FA6262B33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7340263" cy="1229695"/>
          </a:xfrm>
          <a:prstGeom prst="rect">
            <a:avLst/>
          </a:prstGeom>
        </p:spPr>
      </p:pic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A014DC56-5737-8D41-BE91-5D4C5DF134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5870" y="1407510"/>
            <a:ext cx="16734987" cy="7871698"/>
          </a:xfrm>
          <a:prstGeom prst="rect">
            <a:avLst/>
          </a:prstGeom>
        </p:spPr>
        <p:txBody>
          <a:bodyPr>
            <a:normAutofit/>
          </a:bodyPr>
          <a:lstStyle>
            <a:lvl1pPr marL="634440" indent="-566707">
              <a:buClr>
                <a:srgbClr val="335C79"/>
              </a:buClr>
              <a:buSzPct val="100000"/>
              <a:buFontTx/>
              <a:buBlip>
                <a:blip r:embed="rId3"/>
              </a:buBlip>
              <a:tabLst/>
              <a:defRPr lang="it-IT" sz="3982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634440" indent="-629925">
              <a:lnSpc>
                <a:spcPct val="100000"/>
              </a:lnSpc>
              <a:spcAft>
                <a:spcPts val="1280"/>
              </a:spcAft>
              <a:buFont typeface="Font di sistema regolare"/>
              <a:buChar char=" "/>
              <a:tabLst/>
              <a:defRPr lang="it-IT" sz="3413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1264364" indent="-629925">
              <a:spcBef>
                <a:spcPts val="1422"/>
              </a:spcBef>
              <a:buSzPct val="120000"/>
              <a:buFontTx/>
              <a:buBlip>
                <a:blip r:embed="rId4"/>
              </a:buBlip>
              <a:tabLst>
                <a:tab pos="1133411" algn="l"/>
              </a:tabLst>
              <a:defRPr lang="it-IT" sz="3413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64364" indent="-564448">
              <a:spcBef>
                <a:spcPts val="1422"/>
              </a:spcBef>
              <a:buSzPct val="100000"/>
              <a:buFont typeface="Font di sistema regolare"/>
              <a:buChar char="◦"/>
              <a:tabLst>
                <a:tab pos="1133411" algn="l"/>
              </a:tabLst>
              <a:defRPr lang="en-US" sz="3413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264364" indent="-629925">
              <a:spcBef>
                <a:spcPts val="1422"/>
              </a:spcBef>
              <a:buSzPct val="120000"/>
              <a:buFontTx/>
              <a:buBlip>
                <a:blip r:embed="rId5"/>
              </a:buBlip>
              <a:tabLst>
                <a:tab pos="1133411" algn="l"/>
              </a:tabLst>
              <a:defRPr lang="en-US" sz="3413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772367" indent="-442527">
              <a:spcBef>
                <a:spcPts val="853"/>
              </a:spcBef>
              <a:buFont typeface="Wingdings" pitchFamily="2" charset="2"/>
              <a:buChar char="§"/>
              <a:tabLst/>
              <a:defRPr lang="en-US" sz="2560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6pPr>
          </a:lstStyle>
          <a:p>
            <a:pPr lvl="0"/>
            <a:r>
              <a:rPr lang="it-IT" noProof="0" dirty="0"/>
              <a:t>Fare clic per modificare gli stili del testo dello schema</a:t>
            </a:r>
          </a:p>
          <a:p>
            <a:pPr lvl="1"/>
            <a:r>
              <a:rPr lang="it-IT" noProof="0" dirty="0"/>
              <a:t>Secondo livello</a:t>
            </a:r>
          </a:p>
          <a:p>
            <a:pPr lvl="2"/>
            <a:r>
              <a:rPr lang="it-IT" noProof="0" dirty="0"/>
              <a:t>Terzo livello</a:t>
            </a:r>
          </a:p>
          <a:p>
            <a:pPr lvl="3"/>
            <a:r>
              <a:rPr lang="it-IT" noProof="0" dirty="0"/>
              <a:t>Quarto livello</a:t>
            </a:r>
          </a:p>
          <a:p>
            <a:pPr lvl="4"/>
            <a:r>
              <a:rPr lang="it-IT" noProof="0" dirty="0"/>
              <a:t>Quinto livello</a:t>
            </a:r>
            <a:endParaRPr lang="en-US" noProof="0" dirty="0"/>
          </a:p>
        </p:txBody>
      </p:sp>
      <p:sp>
        <p:nvSpPr>
          <p:cNvPr id="10" name="Titolo 15">
            <a:extLst>
              <a:ext uri="{FF2B5EF4-FFF2-40B4-BE49-F238E27FC236}">
                <a16:creationId xmlns:a16="http://schemas.microsoft.com/office/drawing/2014/main" id="{991C5DF8-5124-854A-975C-D3E1EEF104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872" y="215161"/>
            <a:ext cx="15359378" cy="8078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it-IT" sz="4552" b="1" i="0" kern="1200" cap="none" baseline="0">
                <a:solidFill>
                  <a:schemeClr val="tx2"/>
                </a:solidFill>
                <a:latin typeface="Open Sans Condensed" panose="020B0604020202020204" charset="0"/>
                <a:ea typeface="Open Sans Condensed" panose="020B0604020202020204" charset="0"/>
                <a:cs typeface="Open Sans Condensed" panose="020B0604020202020204" charset="0"/>
              </a:defRPr>
            </a:lvl1pPr>
          </a:lstStyle>
          <a:p>
            <a:r>
              <a:rPr lang="it-IT" dirty="0"/>
              <a:t>Fare clic per modificare il titolo</a:t>
            </a:r>
            <a:endParaRPr lang="en-US" dirty="0"/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28FB2111-110D-7826-94D1-42612FAC5357}"/>
              </a:ext>
            </a:extLst>
          </p:cNvPr>
          <p:cNvSpPr/>
          <p:nvPr userDrawn="1"/>
        </p:nvSpPr>
        <p:spPr>
          <a:xfrm>
            <a:off x="16139391" y="321174"/>
            <a:ext cx="851466" cy="4691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1B815A0-7658-7646-92F3-7B8C39E51351}"/>
              </a:ext>
            </a:extLst>
          </p:cNvPr>
          <p:cNvSpPr txBox="1"/>
          <p:nvPr userDrawn="1"/>
        </p:nvSpPr>
        <p:spPr>
          <a:xfrm>
            <a:off x="16232925" y="353322"/>
            <a:ext cx="851466" cy="38779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spAutoFit/>
          </a:bodyPr>
          <a:lstStyle/>
          <a:p>
            <a:pPr algn="ctr"/>
            <a:fld id="{D49B7507-D0D2-6741-A4B2-26B285187CD0}" type="slidenum">
              <a:rPr lang="it-IT" sz="1920" b="1" i="0" smtClean="0">
                <a:solidFill>
                  <a:schemeClr val="bg1"/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rPr>
              <a:pPr algn="ctr"/>
              <a:t>‹N›</a:t>
            </a:fld>
            <a:endParaRPr lang="it-IT" sz="1707" b="1" i="0" dirty="0">
              <a:solidFill>
                <a:schemeClr val="bg1"/>
              </a:solidFill>
              <a:latin typeface="Open Sans Condensed Light" panose="020B0306030504020204" pitchFamily="34" charset="0"/>
              <a:ea typeface="Open Sans Condensed Light" panose="020B0306030504020204" pitchFamily="34" charset="0"/>
              <a:cs typeface="Open Sans Condensed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77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2143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43962" y="9040143"/>
            <a:ext cx="585233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46561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9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7" r:id="rId2"/>
  </p:sldLayoutIdLst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15" indent="-325115" algn="l" defTabSz="1300460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6" Type="http://schemas.openxmlformats.org/officeDocument/2006/relationships/tags" Target="../tags/tag16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102" Type="http://schemas.openxmlformats.org/officeDocument/2006/relationships/image" Target="../media/image4.png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103" Type="http://schemas.openxmlformats.org/officeDocument/2006/relationships/image" Target="../media/image5.png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image" Target="../media/image6.png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3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9728AD2E-1324-32FF-A040-B4CD9CA85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1083" y="3482721"/>
            <a:ext cx="15499829" cy="2788157"/>
          </a:xfrm>
        </p:spPr>
        <p:txBody>
          <a:bodyPr>
            <a:normAutofit fontScale="92500" lnSpcReduction="10000"/>
          </a:bodyPr>
          <a:lstStyle/>
          <a:p>
            <a:r>
              <a:rPr lang="it-IT" sz="3000" dirty="0"/>
              <a:t>Diego Banfi</a:t>
            </a:r>
          </a:p>
          <a:p>
            <a:r>
              <a:rPr lang="it-IT" dirty="0"/>
              <a:t> </a:t>
            </a:r>
          </a:p>
          <a:p>
            <a:r>
              <a:rPr lang="it-IT" sz="3500" baseline="30000" dirty="0"/>
              <a:t>MATRICOLA: 306957</a:t>
            </a:r>
          </a:p>
          <a:p>
            <a:endParaRPr lang="it-IT" baseline="30000" dirty="0"/>
          </a:p>
          <a:p>
            <a:r>
              <a:rPr lang="it-IT" sz="3200" dirty="0"/>
              <a:t>MASTER’S DEGREE: TELECOMMUNICATIONS ENGINEERING: ADVANCED TECHNOLOGIES AND SERVICES</a:t>
            </a:r>
          </a:p>
          <a:p>
            <a:endParaRPr lang="it-IT" baseline="30000" dirty="0"/>
          </a:p>
          <a:p>
            <a:endParaRPr lang="it-IT" baseline="30000" dirty="0"/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62908C81-1CF5-9D42-A169-1D21FF90F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9351" y="1658459"/>
            <a:ext cx="15810951" cy="2018550"/>
          </a:xfrm>
        </p:spPr>
        <p:txBody>
          <a:bodyPr>
            <a:normAutofit/>
          </a:bodyPr>
          <a:lstStyle/>
          <a:p>
            <a:r>
              <a:rPr lang="en-US" sz="4800" dirty="0"/>
              <a:t>SDN TRAFFIC PREDICTION WITH LAGGED FEATURES AND MACHINE LEARNING TECHNIQUES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C88935D-5F26-8BFD-EE3A-F363BC861D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4258" y="7165961"/>
            <a:ext cx="12521135" cy="1056640"/>
          </a:xfrm>
        </p:spPr>
        <p:txBody>
          <a:bodyPr>
            <a:normAutofit/>
          </a:bodyPr>
          <a:lstStyle/>
          <a:p>
            <a:r>
              <a:rPr lang="it-IT" sz="3600" b="1" dirty="0"/>
              <a:t>Course: Machine Learning for Smart Cities Automation</a:t>
            </a:r>
          </a:p>
          <a:p>
            <a:endParaRPr lang="it-IT" sz="3600" baseline="300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F6CBA45-827B-113E-C5D3-C877834E414E}"/>
              </a:ext>
            </a:extLst>
          </p:cNvPr>
          <p:cNvSpPr txBox="1"/>
          <p:nvPr/>
        </p:nvSpPr>
        <p:spPr>
          <a:xfrm>
            <a:off x="11017249" y="9117684"/>
            <a:ext cx="5783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sz="1800" dirty="0">
                <a:solidFill>
                  <a:schemeClr val="tx2">
                    <a:lumMod val="10000"/>
                  </a:schemeClr>
                </a:solidFill>
              </a:rPr>
              <a:t>https://phdict.disim.univaq.it</a:t>
            </a:r>
          </a:p>
        </p:txBody>
      </p:sp>
    </p:spTree>
    <p:extLst>
      <p:ext uri="{BB962C8B-B14F-4D97-AF65-F5344CB8AC3E}">
        <p14:creationId xmlns:p14="http://schemas.microsoft.com/office/powerpoint/2010/main" val="2404788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71F3FA7D-577E-C991-70B1-C2055FB105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5866" y="1416552"/>
            <a:ext cx="16734987" cy="1873572"/>
          </a:xfrm>
        </p:spPr>
        <p:txBody>
          <a:bodyPr/>
          <a:lstStyle/>
          <a:p>
            <a:pPr lvl="0"/>
            <a:r>
              <a:rPr lang="en-US" dirty="0"/>
              <a:t>OBBIETTIVO: </a:t>
            </a:r>
            <a:r>
              <a:rPr lang="en-US" dirty="0" err="1"/>
              <a:t>Sviluppo</a:t>
            </a:r>
            <a:r>
              <a:rPr lang="en-US" dirty="0"/>
              <a:t> di </a:t>
            </a:r>
            <a:r>
              <a:rPr lang="en-US" dirty="0" err="1"/>
              <a:t>modelli</a:t>
            </a:r>
            <a:r>
              <a:rPr lang="en-US" dirty="0"/>
              <a:t> </a:t>
            </a:r>
            <a:r>
              <a:rPr lang="en-US" dirty="0" err="1"/>
              <a:t>predittivi</a:t>
            </a:r>
            <a:r>
              <a:rPr lang="en-US" dirty="0"/>
              <a:t> del traffic di rete SDN </a:t>
            </a:r>
            <a:r>
              <a:rPr lang="en-US" dirty="0" err="1"/>
              <a:t>tramite</a:t>
            </a:r>
            <a:r>
              <a:rPr lang="en-US" dirty="0"/>
              <a:t> </a:t>
            </a:r>
            <a:r>
              <a:rPr lang="en-US" dirty="0" err="1"/>
              <a:t>tecniche</a:t>
            </a:r>
            <a:r>
              <a:rPr lang="en-US" dirty="0"/>
              <a:t> di Supervised Learning per </a:t>
            </a:r>
            <a:r>
              <a:rPr lang="en-US" dirty="0" err="1"/>
              <a:t>l’abilitazione</a:t>
            </a:r>
            <a:r>
              <a:rPr lang="en-US" dirty="0"/>
              <a:t> </a:t>
            </a:r>
            <a:r>
              <a:rPr lang="en-US" dirty="0" err="1"/>
              <a:t>ottima</a:t>
            </a:r>
            <a:r>
              <a:rPr lang="en-US" dirty="0"/>
              <a:t> delle </a:t>
            </a:r>
            <a:r>
              <a:rPr lang="en-US" dirty="0" err="1"/>
              <a:t>risorse</a:t>
            </a:r>
            <a:r>
              <a:rPr lang="en-US" dirty="0"/>
              <a:t>.</a:t>
            </a:r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517F1B2F-19FF-B7CD-6606-7C3F33A1A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426" y="644576"/>
            <a:ext cx="11754737" cy="899410"/>
          </a:xfrm>
        </p:spPr>
        <p:txBody>
          <a:bodyPr/>
          <a:lstStyle/>
          <a:p>
            <a:r>
              <a:rPr lang="it-IT" dirty="0"/>
              <a:t>OBJECTIVES AND TARGET VARIABLE</a:t>
            </a:r>
            <a:br>
              <a:rPr lang="it-IT" dirty="0"/>
            </a:br>
            <a:endParaRPr lang="en-US" dirty="0"/>
          </a:p>
        </p:txBody>
      </p:sp>
      <p:sp>
        <p:nvSpPr>
          <p:cNvPr id="3" name="Segnaposto testo 5">
            <a:extLst>
              <a:ext uri="{FF2B5EF4-FFF2-40B4-BE49-F238E27FC236}">
                <a16:creationId xmlns:a16="http://schemas.microsoft.com/office/drawing/2014/main" id="{4E859CD9-E589-BCAB-8461-E4F8F62EBB9C}"/>
              </a:ext>
            </a:extLst>
          </p:cNvPr>
          <p:cNvSpPr txBox="1">
            <a:spLocks/>
          </p:cNvSpPr>
          <p:nvPr/>
        </p:nvSpPr>
        <p:spPr>
          <a:xfrm>
            <a:off x="255869" y="3585934"/>
            <a:ext cx="16734987" cy="1873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34440" indent="-566707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Clr>
                <a:srgbClr val="335C79"/>
              </a:buClr>
              <a:buSzPct val="100000"/>
              <a:buFontTx/>
              <a:buBlip>
                <a:blip r:embed="rId2"/>
              </a:buBlip>
              <a:tabLst/>
              <a:defRPr lang="it-IT" sz="3982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634440" indent="-629925" algn="l" defTabSz="1300460" rtl="0" eaLnBrk="1" latinLnBrk="0" hangingPunct="1">
              <a:lnSpc>
                <a:spcPct val="100000"/>
              </a:lnSpc>
              <a:spcBef>
                <a:spcPts val="711"/>
              </a:spcBef>
              <a:spcAft>
                <a:spcPts val="1280"/>
              </a:spcAft>
              <a:buFont typeface="Font di sistema regolare"/>
              <a:buChar char=" "/>
              <a:tabLst/>
              <a:defRPr lang="it-IT" sz="3413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1264364" indent="-629925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SzPct val="120000"/>
              <a:buFontTx/>
              <a:buBlip>
                <a:blip r:embed="rId3"/>
              </a:buBlip>
              <a:tabLst>
                <a:tab pos="1133411" algn="l"/>
              </a:tabLst>
              <a:defRPr lang="it-IT" sz="3413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64364" indent="-564448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SzPct val="100000"/>
              <a:buFont typeface="Font di sistema regolare"/>
              <a:buChar char="◦"/>
              <a:tabLst>
                <a:tab pos="1133411" algn="l"/>
              </a:tabLst>
              <a:defRPr lang="en-US" sz="3413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264364" indent="-629925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SzPct val="120000"/>
              <a:buFontTx/>
              <a:buBlip>
                <a:blip r:embed="rId4"/>
              </a:buBlip>
              <a:tabLst>
                <a:tab pos="1133411" algn="l"/>
              </a:tabLst>
              <a:defRPr lang="en-US" sz="3413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772367" indent="-442527" algn="l" defTabSz="1300460" rtl="0" eaLnBrk="1" latinLnBrk="0" hangingPunct="1">
              <a:lnSpc>
                <a:spcPct val="90000"/>
              </a:lnSpc>
              <a:spcBef>
                <a:spcPts val="853"/>
              </a:spcBef>
              <a:buFont typeface="Wingdings" pitchFamily="2" charset="2"/>
              <a:buChar char="§"/>
              <a:tabLst/>
              <a:defRPr lang="en-US" sz="2560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6pPr>
            <a:lvl7pPr marL="422649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72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95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Segnaposto testo 5">
            <a:extLst>
              <a:ext uri="{FF2B5EF4-FFF2-40B4-BE49-F238E27FC236}">
                <a16:creationId xmlns:a16="http://schemas.microsoft.com/office/drawing/2014/main" id="{1A34752C-A03E-40D1-862C-9CDD72C0D806}"/>
              </a:ext>
            </a:extLst>
          </p:cNvPr>
          <p:cNvSpPr txBox="1">
            <a:spLocks/>
          </p:cNvSpPr>
          <p:nvPr/>
        </p:nvSpPr>
        <p:spPr>
          <a:xfrm>
            <a:off x="255867" y="3585934"/>
            <a:ext cx="16734987" cy="1873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34440" indent="-566707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Clr>
                <a:srgbClr val="335C79"/>
              </a:buClr>
              <a:buSzPct val="100000"/>
              <a:buFontTx/>
              <a:buBlip>
                <a:blip r:embed="rId2"/>
              </a:buBlip>
              <a:tabLst/>
              <a:defRPr lang="it-IT" sz="3982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634440" indent="-629925" algn="l" defTabSz="1300460" rtl="0" eaLnBrk="1" latinLnBrk="0" hangingPunct="1">
              <a:lnSpc>
                <a:spcPct val="100000"/>
              </a:lnSpc>
              <a:spcBef>
                <a:spcPts val="711"/>
              </a:spcBef>
              <a:spcAft>
                <a:spcPts val="1280"/>
              </a:spcAft>
              <a:buFont typeface="Font di sistema regolare"/>
              <a:buChar char=" "/>
              <a:tabLst/>
              <a:defRPr lang="it-IT" sz="3413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1264364" indent="-629925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SzPct val="120000"/>
              <a:buFontTx/>
              <a:buBlip>
                <a:blip r:embed="rId3"/>
              </a:buBlip>
              <a:tabLst>
                <a:tab pos="1133411" algn="l"/>
              </a:tabLst>
              <a:defRPr lang="it-IT" sz="3413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64364" indent="-564448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SzPct val="100000"/>
              <a:buFont typeface="Font di sistema regolare"/>
              <a:buChar char="◦"/>
              <a:tabLst>
                <a:tab pos="1133411" algn="l"/>
              </a:tabLst>
              <a:defRPr lang="en-US" sz="3413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264364" indent="-629925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SzPct val="120000"/>
              <a:buFontTx/>
              <a:buBlip>
                <a:blip r:embed="rId4"/>
              </a:buBlip>
              <a:tabLst>
                <a:tab pos="1133411" algn="l"/>
              </a:tabLst>
              <a:defRPr lang="en-US" sz="3413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772367" indent="-442527" algn="l" defTabSz="1300460" rtl="0" eaLnBrk="1" latinLnBrk="0" hangingPunct="1">
              <a:lnSpc>
                <a:spcPct val="90000"/>
              </a:lnSpc>
              <a:spcBef>
                <a:spcPts val="853"/>
              </a:spcBef>
              <a:buFont typeface="Wingdings" pitchFamily="2" charset="2"/>
              <a:buChar char="§"/>
              <a:tabLst/>
              <a:defRPr lang="en-US" sz="2560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6pPr>
            <a:lvl7pPr marL="422649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72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95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VARIABILI TARGET: Si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scelto</a:t>
            </a:r>
            <a:r>
              <a:rPr lang="en-US" dirty="0"/>
              <a:t> di </a:t>
            </a:r>
            <a:r>
              <a:rPr lang="en-US" dirty="0" err="1"/>
              <a:t>predire</a:t>
            </a:r>
            <a:r>
              <a:rPr lang="en-US" dirty="0"/>
              <a:t> il </a:t>
            </a:r>
            <a:r>
              <a:rPr lang="en-US" dirty="0" err="1"/>
              <a:t>numero</a:t>
            </a:r>
            <a:r>
              <a:rPr lang="en-US" dirty="0"/>
              <a:t> di </a:t>
            </a:r>
            <a:r>
              <a:rPr lang="en-US" dirty="0" err="1"/>
              <a:t>pacchetti</a:t>
            </a:r>
            <a:r>
              <a:rPr lang="en-US" dirty="0"/>
              <a:t> in ingress, </a:t>
            </a:r>
            <a:r>
              <a:rPr lang="en-US" dirty="0" err="1"/>
              <a:t>denominati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variabili</a:t>
            </a:r>
            <a:r>
              <a:rPr lang="en-US" dirty="0"/>
              <a:t> ‘IN’ a 3 </a:t>
            </a:r>
            <a:r>
              <a:rPr lang="en-US" dirty="0" err="1"/>
              <a:t>istanti</a:t>
            </a:r>
            <a:r>
              <a:rPr lang="en-US" dirty="0"/>
              <a:t> </a:t>
            </a:r>
            <a:r>
              <a:rPr lang="en-US" dirty="0" err="1"/>
              <a:t>successivi</a:t>
            </a:r>
            <a:r>
              <a:rPr lang="en-US" dirty="0"/>
              <a:t> (IN+3) ed a 6 </a:t>
            </a:r>
            <a:r>
              <a:rPr lang="en-US" dirty="0" err="1"/>
              <a:t>istanti</a:t>
            </a:r>
            <a:r>
              <a:rPr lang="en-US" dirty="0"/>
              <a:t> successive (IN+6) e </a:t>
            </a:r>
            <a:r>
              <a:rPr lang="en-US" dirty="0" err="1"/>
              <a:t>confrontare</a:t>
            </a:r>
            <a:r>
              <a:rPr lang="en-US" dirty="0"/>
              <a:t> </a:t>
            </a:r>
            <a:r>
              <a:rPr lang="en-US" dirty="0" err="1"/>
              <a:t>insieme</a:t>
            </a:r>
            <a:r>
              <a:rPr lang="en-US" dirty="0"/>
              <a:t> I </a:t>
            </a:r>
            <a:r>
              <a:rPr lang="en-US" dirty="0" err="1"/>
              <a:t>risultati</a:t>
            </a:r>
            <a:r>
              <a:rPr lang="en-US" dirty="0"/>
              <a:t> </a:t>
            </a:r>
          </a:p>
        </p:txBody>
      </p:sp>
      <p:sp>
        <p:nvSpPr>
          <p:cNvPr id="7" name="Segnaposto testo 5">
            <a:extLst>
              <a:ext uri="{FF2B5EF4-FFF2-40B4-BE49-F238E27FC236}">
                <a16:creationId xmlns:a16="http://schemas.microsoft.com/office/drawing/2014/main" id="{8A9BAB6D-41BA-7D46-A050-694327C95662}"/>
              </a:ext>
            </a:extLst>
          </p:cNvPr>
          <p:cNvSpPr txBox="1">
            <a:spLocks/>
          </p:cNvSpPr>
          <p:nvPr/>
        </p:nvSpPr>
        <p:spPr>
          <a:xfrm>
            <a:off x="255867" y="6051127"/>
            <a:ext cx="16734987" cy="2043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34440" indent="-566707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Clr>
                <a:srgbClr val="335C79"/>
              </a:buClr>
              <a:buSzPct val="100000"/>
              <a:buFontTx/>
              <a:buBlip>
                <a:blip r:embed="rId2"/>
              </a:buBlip>
              <a:tabLst/>
              <a:defRPr lang="it-IT" sz="3982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634440" indent="-629925" algn="l" defTabSz="1300460" rtl="0" eaLnBrk="1" latinLnBrk="0" hangingPunct="1">
              <a:lnSpc>
                <a:spcPct val="100000"/>
              </a:lnSpc>
              <a:spcBef>
                <a:spcPts val="711"/>
              </a:spcBef>
              <a:spcAft>
                <a:spcPts val="1280"/>
              </a:spcAft>
              <a:buFont typeface="Font di sistema regolare"/>
              <a:buChar char=" "/>
              <a:tabLst/>
              <a:defRPr lang="it-IT" sz="3413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1264364" indent="-629925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SzPct val="120000"/>
              <a:buFontTx/>
              <a:buBlip>
                <a:blip r:embed="rId3"/>
              </a:buBlip>
              <a:tabLst>
                <a:tab pos="1133411" algn="l"/>
              </a:tabLst>
              <a:defRPr lang="it-IT" sz="3413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64364" indent="-564448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SzPct val="100000"/>
              <a:buFont typeface="Font di sistema regolare"/>
              <a:buChar char="◦"/>
              <a:tabLst>
                <a:tab pos="1133411" algn="l"/>
              </a:tabLst>
              <a:defRPr lang="en-US" sz="3413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264364" indent="-629925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SzPct val="120000"/>
              <a:buFontTx/>
              <a:buBlip>
                <a:blip r:embed="rId4"/>
              </a:buBlip>
              <a:tabLst>
                <a:tab pos="1133411" algn="l"/>
              </a:tabLst>
              <a:defRPr lang="en-US" sz="3413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772367" indent="-442527" algn="l" defTabSz="1300460" rtl="0" eaLnBrk="1" latinLnBrk="0" hangingPunct="1">
              <a:lnSpc>
                <a:spcPct val="90000"/>
              </a:lnSpc>
              <a:spcBef>
                <a:spcPts val="853"/>
              </a:spcBef>
              <a:buFont typeface="Wingdings" pitchFamily="2" charset="2"/>
              <a:buChar char="§"/>
              <a:tabLst/>
              <a:defRPr lang="en-US" sz="2560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6pPr>
            <a:lvl7pPr marL="422649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72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95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LAG-MATRIX:  il </a:t>
            </a:r>
            <a:r>
              <a:rPr lang="en-US" dirty="0" err="1"/>
              <a:t>modello</a:t>
            </a:r>
            <a:r>
              <a:rPr lang="en-US" dirty="0"/>
              <a:t> </a:t>
            </a:r>
            <a:r>
              <a:rPr lang="en-US" dirty="0" err="1"/>
              <a:t>impara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passati</a:t>
            </a:r>
            <a:r>
              <a:rPr lang="en-US" dirty="0"/>
              <a:t> </a:t>
            </a:r>
            <a:r>
              <a:rPr lang="en-US" dirty="0" err="1"/>
              <a:t>catturando</a:t>
            </a:r>
            <a:r>
              <a:rPr lang="en-US" dirty="0"/>
              <a:t> le </a:t>
            </a:r>
            <a:r>
              <a:rPr lang="en-US" dirty="0" err="1"/>
              <a:t>dipendenze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tempo. Ogni </a:t>
            </a:r>
            <a:r>
              <a:rPr lang="en-US" dirty="0" err="1"/>
              <a:t>campione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trasforma</a:t>
            </a:r>
            <a:r>
              <a:rPr lang="en-US" dirty="0"/>
              <a:t> in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finestra</a:t>
            </a:r>
            <a:r>
              <a:rPr lang="en-US" dirty="0"/>
              <a:t> </a:t>
            </a:r>
            <a:r>
              <a:rPr lang="en-US" dirty="0" err="1"/>
              <a:t>temporale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9663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C672FBC5-D200-195D-7541-E3F9B50F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dirty="0"/>
              <a:t>I dati sono già divisi in Training Set( per allenare il modello) e in Test Set( per valutare l’errore finale)</a:t>
            </a:r>
          </a:p>
          <a:p>
            <a:endParaRPr lang="it-IT" dirty="0"/>
          </a:p>
          <a:p>
            <a:r>
              <a:rPr lang="it-IT" dirty="0"/>
              <a:t>CAMPIONAMENTO: ogni riga rappresenta un intervallo di 5 minuti</a:t>
            </a:r>
          </a:p>
          <a:p>
            <a:endParaRPr lang="it-IT" dirty="0"/>
          </a:p>
          <a:p>
            <a:r>
              <a:rPr lang="it-IT" dirty="0"/>
              <a:t>TIMESTAMP: le colonne( YEAR, MONTH,DAY,HOUR,MIN,DAYWEEK)sono le feature esplicite per catturare stagionalità</a:t>
            </a:r>
          </a:p>
          <a:p>
            <a:pPr marL="67733" indent="0">
              <a:buNone/>
            </a:pPr>
            <a:endParaRPr lang="it-IT" dirty="0"/>
          </a:p>
          <a:p>
            <a:r>
              <a:rPr lang="it-IT" dirty="0"/>
              <a:t>TRAFFICO:  LE COLONNE(IN,OUT,VOIP,NETFLIX,DAZN) sono feature sul numero di pacchetti in entrata o uscita, specifici per servizio</a:t>
            </a:r>
          </a:p>
          <a:p>
            <a:pPr marL="67733" indent="0"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2A6F027B-B5A5-11D6-9012-705C1C82F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5400" dirty="0"/>
              <a:t>				    DATASET</a:t>
            </a:r>
          </a:p>
        </p:txBody>
      </p:sp>
    </p:spTree>
    <p:extLst>
      <p:ext uri="{BB962C8B-B14F-4D97-AF65-F5344CB8AC3E}">
        <p14:creationId xmlns:p14="http://schemas.microsoft.com/office/powerpoint/2010/main" val="66432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EE7084AD-5AEE-7CF7-A2FF-5BA59026CA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5870" y="1407510"/>
            <a:ext cx="16734987" cy="4168537"/>
          </a:xfrm>
        </p:spPr>
        <p:txBody>
          <a:bodyPr/>
          <a:lstStyle/>
          <a:p>
            <a:r>
              <a:rPr lang="en-US" dirty="0"/>
              <a:t>Data la </a:t>
            </a:r>
            <a:r>
              <a:rPr lang="en-US" dirty="0" err="1"/>
              <a:t>matrice</a:t>
            </a:r>
            <a:r>
              <a:rPr lang="en-US" dirty="0"/>
              <a:t> delle Feature            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costrutia</a:t>
            </a:r>
            <a:r>
              <a:rPr lang="en-US" dirty="0"/>
              <a:t> la </a:t>
            </a:r>
            <a:r>
              <a:rPr lang="en-US" dirty="0" err="1"/>
              <a:t>metrice</a:t>
            </a:r>
            <a:r>
              <a:rPr lang="en-US" dirty="0"/>
              <a:t> </a:t>
            </a:r>
            <a:r>
              <a:rPr lang="en-US" dirty="0" err="1"/>
              <a:t>estesa</a:t>
            </a:r>
            <a:r>
              <a:rPr lang="en-US" dirty="0"/>
              <a:t> </a:t>
            </a:r>
          </a:p>
          <a:p>
            <a:pPr marL="67733" indent="0">
              <a:buNone/>
            </a:pPr>
            <a:r>
              <a:rPr lang="en-US" dirty="0"/>
              <a:t>           </a:t>
            </a:r>
            <a:r>
              <a:rPr lang="en-US" dirty="0" err="1"/>
              <a:t>concatenando</a:t>
            </a:r>
            <a:r>
              <a:rPr lang="en-US" dirty="0"/>
              <a:t> I </a:t>
            </a:r>
            <a:r>
              <a:rPr lang="en-US" dirty="0" err="1"/>
              <a:t>ritardi</a:t>
            </a:r>
            <a:r>
              <a:rPr lang="en-US" dirty="0"/>
              <a:t> </a:t>
            </a:r>
            <a:r>
              <a:rPr lang="en-US" dirty="0" err="1"/>
              <a:t>temporali</a:t>
            </a:r>
            <a:r>
              <a:rPr lang="en-US" dirty="0"/>
              <a:t>: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47D3125B-3CB9-583F-1E4E-986EBFA8A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2" y="215161"/>
            <a:ext cx="15359378" cy="807863"/>
          </a:xfrm>
        </p:spPr>
        <p:txBody>
          <a:bodyPr/>
          <a:lstStyle/>
          <a:p>
            <a:r>
              <a:rPr lang="it-IT" dirty="0"/>
              <a:t>LAG MATRIX CONSTRUCTION AND OPTIMAL LAG</a:t>
            </a:r>
          </a:p>
        </p:txBody>
      </p:sp>
      <p:grpSp>
        <p:nvGrpSpPr>
          <p:cNvPr id="48" name="Gruppo 47" descr="\documentclass{article}&#10;\usepackage{amsmath}&#10;\pagestyle{empty}&#10;\begin{document}&#10;&#10;&#10;&#10;&#10;\[&#10;X_{lag}(k) = \Big[ X_{raw}(k), \; X_{raw}(k-1), \; \dots, \; X_{raw}(k-d) \Big]&#10;\]&#10;&#10;&#10;&#10;\end{document}" title="IguanaTex Shape Display">
            <a:extLst>
              <a:ext uri="{FF2B5EF4-FFF2-40B4-BE49-F238E27FC236}">
                <a16:creationId xmlns:a16="http://schemas.microsoft.com/office/drawing/2014/main" id="{62101E56-5CB1-17F7-83DD-DD46C1401409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04560" y="3322519"/>
            <a:ext cx="11688493" cy="906380"/>
            <a:chOff x="8460005" y="5739280"/>
            <a:chExt cx="11688493" cy="906380"/>
          </a:xfrm>
        </p:grpSpPr>
        <p:sp>
          <p:nvSpPr>
            <p:cNvPr id="7" name="Figura a mano libera 6">
              <a:extLst>
                <a:ext uri="{FF2B5EF4-FFF2-40B4-BE49-F238E27FC236}">
                  <a16:creationId xmlns:a16="http://schemas.microsoft.com/office/drawing/2014/main" id="{6BC21867-6C77-8CC8-BE9A-54A807AB5A4E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8460005" y="5974571"/>
              <a:ext cx="415151" cy="344112"/>
            </a:xfrm>
            <a:custGeom>
              <a:avLst/>
              <a:gdLst>
                <a:gd name="csX0" fmla="*/ 230868 w 415151"/>
                <a:gd name="csY0" fmla="*/ 137115 h 344112"/>
                <a:gd name="csX1" fmla="*/ 188547 w 415151"/>
                <a:gd name="csY1" fmla="*/ 36854 h 344112"/>
                <a:gd name="csX2" fmla="*/ 186028 w 415151"/>
                <a:gd name="csY2" fmla="*/ 30304 h 344112"/>
                <a:gd name="csX3" fmla="*/ 215754 w 415151"/>
                <a:gd name="csY3" fmla="*/ 15693 h 344112"/>
                <a:gd name="csX4" fmla="*/ 225830 w 415151"/>
                <a:gd name="csY4" fmla="*/ 6121 h 344112"/>
                <a:gd name="csX5" fmla="*/ 218273 w 415151"/>
                <a:gd name="csY5" fmla="*/ 75 h 344112"/>
                <a:gd name="csX6" fmla="*/ 154791 w 415151"/>
                <a:gd name="csY6" fmla="*/ 1586 h 344112"/>
                <a:gd name="csX7" fmla="*/ 98363 w 415151"/>
                <a:gd name="csY7" fmla="*/ 75 h 344112"/>
                <a:gd name="csX8" fmla="*/ 89294 w 415151"/>
                <a:gd name="csY8" fmla="*/ 10151 h 344112"/>
                <a:gd name="csX9" fmla="*/ 100882 w 415151"/>
                <a:gd name="csY9" fmla="*/ 15693 h 344112"/>
                <a:gd name="csX10" fmla="*/ 138669 w 415151"/>
                <a:gd name="csY10" fmla="*/ 31816 h 344112"/>
                <a:gd name="csX11" fmla="*/ 198120 w 415151"/>
                <a:gd name="csY11" fmla="*/ 172383 h 344112"/>
                <a:gd name="csX12" fmla="*/ 91813 w 415151"/>
                <a:gd name="csY12" fmla="*/ 286751 h 344112"/>
                <a:gd name="csX13" fmla="*/ 85263 w 415151"/>
                <a:gd name="csY13" fmla="*/ 292293 h 344112"/>
                <a:gd name="csX14" fmla="*/ 11201 w 415151"/>
                <a:gd name="csY14" fmla="*/ 328568 h 344112"/>
                <a:gd name="csX15" fmla="*/ 117 w 415151"/>
                <a:gd name="csY15" fmla="*/ 338645 h 344112"/>
                <a:gd name="csX16" fmla="*/ 6667 w 415151"/>
                <a:gd name="csY16" fmla="*/ 344187 h 344112"/>
                <a:gd name="csX17" fmla="*/ 54026 w 415151"/>
                <a:gd name="csY17" fmla="*/ 342675 h 344112"/>
                <a:gd name="csX18" fmla="*/ 110454 w 415151"/>
                <a:gd name="csY18" fmla="*/ 344187 h 344112"/>
                <a:gd name="csX19" fmla="*/ 119523 w 415151"/>
                <a:gd name="csY19" fmla="*/ 334110 h 344112"/>
                <a:gd name="csX20" fmla="*/ 113477 w 415151"/>
                <a:gd name="csY20" fmla="*/ 328568 h 344112"/>
                <a:gd name="csX21" fmla="*/ 93324 w 415151"/>
                <a:gd name="csY21" fmla="*/ 312950 h 344112"/>
                <a:gd name="csX22" fmla="*/ 106928 w 415151"/>
                <a:gd name="csY22" fmla="*/ 290278 h 344112"/>
                <a:gd name="csX23" fmla="*/ 158318 w 415151"/>
                <a:gd name="csY23" fmla="*/ 235865 h 344112"/>
                <a:gd name="csX24" fmla="*/ 203662 w 415151"/>
                <a:gd name="csY24" fmla="*/ 186490 h 344112"/>
                <a:gd name="csX25" fmla="*/ 254548 w 415151"/>
                <a:gd name="csY25" fmla="*/ 306904 h 344112"/>
                <a:gd name="csX26" fmla="*/ 257067 w 415151"/>
                <a:gd name="csY26" fmla="*/ 313957 h 344112"/>
                <a:gd name="csX27" fmla="*/ 227846 w 415151"/>
                <a:gd name="csY27" fmla="*/ 328568 h 344112"/>
                <a:gd name="csX28" fmla="*/ 217769 w 415151"/>
                <a:gd name="csY28" fmla="*/ 338141 h 344112"/>
                <a:gd name="csX29" fmla="*/ 225326 w 415151"/>
                <a:gd name="csY29" fmla="*/ 344187 h 344112"/>
                <a:gd name="csX30" fmla="*/ 288808 w 415151"/>
                <a:gd name="csY30" fmla="*/ 342675 h 344112"/>
                <a:gd name="csX31" fmla="*/ 344733 w 415151"/>
                <a:gd name="csY31" fmla="*/ 344187 h 344112"/>
                <a:gd name="csX32" fmla="*/ 354306 w 415151"/>
                <a:gd name="csY32" fmla="*/ 334614 h 344112"/>
                <a:gd name="csX33" fmla="*/ 345237 w 415151"/>
                <a:gd name="csY33" fmla="*/ 328568 h 344112"/>
                <a:gd name="csX34" fmla="*/ 301908 w 415151"/>
                <a:gd name="csY34" fmla="*/ 306400 h 344112"/>
                <a:gd name="csX35" fmla="*/ 236914 w 415151"/>
                <a:gd name="csY35" fmla="*/ 150718 h 344112"/>
                <a:gd name="csX36" fmla="*/ 340198 w 415151"/>
                <a:gd name="csY36" fmla="*/ 41388 h 344112"/>
                <a:gd name="csX37" fmla="*/ 404184 w 415151"/>
                <a:gd name="csY37" fmla="*/ 15693 h 344112"/>
                <a:gd name="csX38" fmla="*/ 415268 w 415151"/>
                <a:gd name="csY38" fmla="*/ 5617 h 344112"/>
                <a:gd name="csX39" fmla="*/ 408719 w 415151"/>
                <a:gd name="csY39" fmla="*/ 75 h 344112"/>
                <a:gd name="csX40" fmla="*/ 361359 w 415151"/>
                <a:gd name="csY40" fmla="*/ 1586 h 344112"/>
                <a:gd name="csX41" fmla="*/ 305435 w 415151"/>
                <a:gd name="csY41" fmla="*/ 75 h 344112"/>
                <a:gd name="csX42" fmla="*/ 295862 w 415151"/>
                <a:gd name="csY42" fmla="*/ 10151 h 344112"/>
                <a:gd name="csX43" fmla="*/ 301908 w 415151"/>
                <a:gd name="csY43" fmla="*/ 15693 h 344112"/>
                <a:gd name="csX44" fmla="*/ 322061 w 415151"/>
                <a:gd name="csY44" fmla="*/ 31312 h 344112"/>
                <a:gd name="csX45" fmla="*/ 312488 w 415151"/>
                <a:gd name="csY45" fmla="*/ 49450 h 344112"/>
                <a:gd name="csX46" fmla="*/ 230868 w 415151"/>
                <a:gd name="csY46" fmla="*/ 137115 h 3441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415151" h="344112">
                  <a:moveTo>
                    <a:pt x="230868" y="137115"/>
                  </a:moveTo>
                  <a:lnTo>
                    <a:pt x="188547" y="36854"/>
                  </a:lnTo>
                  <a:cubicBezTo>
                    <a:pt x="187036" y="32823"/>
                    <a:pt x="186028" y="30808"/>
                    <a:pt x="186028" y="30304"/>
                  </a:cubicBezTo>
                  <a:cubicBezTo>
                    <a:pt x="186028" y="27281"/>
                    <a:pt x="194593" y="17709"/>
                    <a:pt x="215754" y="15693"/>
                  </a:cubicBezTo>
                  <a:cubicBezTo>
                    <a:pt x="220792" y="15189"/>
                    <a:pt x="225830" y="14686"/>
                    <a:pt x="225830" y="6121"/>
                  </a:cubicBezTo>
                  <a:cubicBezTo>
                    <a:pt x="225830" y="75"/>
                    <a:pt x="219784" y="75"/>
                    <a:pt x="218273" y="75"/>
                  </a:cubicBezTo>
                  <a:cubicBezTo>
                    <a:pt x="197616" y="75"/>
                    <a:pt x="175952" y="1586"/>
                    <a:pt x="154791" y="1586"/>
                  </a:cubicBezTo>
                  <a:cubicBezTo>
                    <a:pt x="142195" y="1586"/>
                    <a:pt x="110958" y="75"/>
                    <a:pt x="98363" y="75"/>
                  </a:cubicBezTo>
                  <a:cubicBezTo>
                    <a:pt x="95340" y="75"/>
                    <a:pt x="89294" y="75"/>
                    <a:pt x="89294" y="10151"/>
                  </a:cubicBezTo>
                  <a:cubicBezTo>
                    <a:pt x="89294" y="15693"/>
                    <a:pt x="94332" y="15693"/>
                    <a:pt x="100882" y="15693"/>
                  </a:cubicBezTo>
                  <a:cubicBezTo>
                    <a:pt x="131111" y="15693"/>
                    <a:pt x="134134" y="20732"/>
                    <a:pt x="138669" y="31816"/>
                  </a:cubicBezTo>
                  <a:lnTo>
                    <a:pt x="198120" y="172383"/>
                  </a:lnTo>
                  <a:lnTo>
                    <a:pt x="91813" y="286751"/>
                  </a:lnTo>
                  <a:lnTo>
                    <a:pt x="85263" y="292293"/>
                  </a:lnTo>
                  <a:cubicBezTo>
                    <a:pt x="60576" y="318996"/>
                    <a:pt x="36896" y="327057"/>
                    <a:pt x="11201" y="328568"/>
                  </a:cubicBezTo>
                  <a:cubicBezTo>
                    <a:pt x="4651" y="329072"/>
                    <a:pt x="117" y="329072"/>
                    <a:pt x="117" y="338645"/>
                  </a:cubicBezTo>
                  <a:cubicBezTo>
                    <a:pt x="117" y="339149"/>
                    <a:pt x="117" y="344187"/>
                    <a:pt x="6667" y="344187"/>
                  </a:cubicBezTo>
                  <a:cubicBezTo>
                    <a:pt x="21781" y="344187"/>
                    <a:pt x="38407" y="342675"/>
                    <a:pt x="54026" y="342675"/>
                  </a:cubicBezTo>
                  <a:cubicBezTo>
                    <a:pt x="72668" y="342675"/>
                    <a:pt x="92317" y="344187"/>
                    <a:pt x="110454" y="344187"/>
                  </a:cubicBezTo>
                  <a:cubicBezTo>
                    <a:pt x="113477" y="344187"/>
                    <a:pt x="119523" y="344187"/>
                    <a:pt x="119523" y="334110"/>
                  </a:cubicBezTo>
                  <a:cubicBezTo>
                    <a:pt x="119523" y="329072"/>
                    <a:pt x="114485" y="328568"/>
                    <a:pt x="113477" y="328568"/>
                  </a:cubicBezTo>
                  <a:cubicBezTo>
                    <a:pt x="108943" y="328065"/>
                    <a:pt x="93324" y="327057"/>
                    <a:pt x="93324" y="312950"/>
                  </a:cubicBezTo>
                  <a:cubicBezTo>
                    <a:pt x="93324" y="304889"/>
                    <a:pt x="100882" y="296827"/>
                    <a:pt x="106928" y="290278"/>
                  </a:cubicBezTo>
                  <a:lnTo>
                    <a:pt x="158318" y="235865"/>
                  </a:lnTo>
                  <a:lnTo>
                    <a:pt x="203662" y="186490"/>
                  </a:lnTo>
                  <a:lnTo>
                    <a:pt x="254548" y="306904"/>
                  </a:lnTo>
                  <a:cubicBezTo>
                    <a:pt x="256564" y="312446"/>
                    <a:pt x="257067" y="312950"/>
                    <a:pt x="257067" y="313957"/>
                  </a:cubicBezTo>
                  <a:cubicBezTo>
                    <a:pt x="257067" y="317988"/>
                    <a:pt x="247495" y="326553"/>
                    <a:pt x="227846" y="328568"/>
                  </a:cubicBezTo>
                  <a:cubicBezTo>
                    <a:pt x="222304" y="329072"/>
                    <a:pt x="217769" y="329576"/>
                    <a:pt x="217769" y="338141"/>
                  </a:cubicBezTo>
                  <a:cubicBezTo>
                    <a:pt x="217769" y="344187"/>
                    <a:pt x="223311" y="344187"/>
                    <a:pt x="225326" y="344187"/>
                  </a:cubicBezTo>
                  <a:cubicBezTo>
                    <a:pt x="239434" y="344187"/>
                    <a:pt x="274701" y="342675"/>
                    <a:pt x="288808" y="342675"/>
                  </a:cubicBezTo>
                  <a:cubicBezTo>
                    <a:pt x="301404" y="342675"/>
                    <a:pt x="332137" y="344187"/>
                    <a:pt x="344733" y="344187"/>
                  </a:cubicBezTo>
                  <a:cubicBezTo>
                    <a:pt x="348260" y="344187"/>
                    <a:pt x="354306" y="344187"/>
                    <a:pt x="354306" y="334614"/>
                  </a:cubicBezTo>
                  <a:cubicBezTo>
                    <a:pt x="354306" y="328568"/>
                    <a:pt x="349267" y="328568"/>
                    <a:pt x="345237" y="328568"/>
                  </a:cubicBezTo>
                  <a:cubicBezTo>
                    <a:pt x="311480" y="328065"/>
                    <a:pt x="310473" y="326553"/>
                    <a:pt x="301908" y="306400"/>
                  </a:cubicBezTo>
                  <a:cubicBezTo>
                    <a:pt x="282259" y="259544"/>
                    <a:pt x="248502" y="180948"/>
                    <a:pt x="236914" y="150718"/>
                  </a:cubicBezTo>
                  <a:cubicBezTo>
                    <a:pt x="271174" y="115451"/>
                    <a:pt x="324076" y="55495"/>
                    <a:pt x="340198" y="41388"/>
                  </a:cubicBezTo>
                  <a:cubicBezTo>
                    <a:pt x="354809" y="29297"/>
                    <a:pt x="373955" y="17205"/>
                    <a:pt x="404184" y="15693"/>
                  </a:cubicBezTo>
                  <a:cubicBezTo>
                    <a:pt x="410734" y="15189"/>
                    <a:pt x="415268" y="15189"/>
                    <a:pt x="415268" y="5617"/>
                  </a:cubicBezTo>
                  <a:cubicBezTo>
                    <a:pt x="415268" y="5113"/>
                    <a:pt x="415268" y="75"/>
                    <a:pt x="408719" y="75"/>
                  </a:cubicBezTo>
                  <a:cubicBezTo>
                    <a:pt x="393604" y="75"/>
                    <a:pt x="376978" y="1586"/>
                    <a:pt x="361359" y="1586"/>
                  </a:cubicBezTo>
                  <a:cubicBezTo>
                    <a:pt x="342718" y="1586"/>
                    <a:pt x="323572" y="75"/>
                    <a:pt x="305435" y="75"/>
                  </a:cubicBezTo>
                  <a:cubicBezTo>
                    <a:pt x="302412" y="75"/>
                    <a:pt x="295862" y="75"/>
                    <a:pt x="295862" y="10151"/>
                  </a:cubicBezTo>
                  <a:cubicBezTo>
                    <a:pt x="295862" y="13678"/>
                    <a:pt x="298381" y="15189"/>
                    <a:pt x="301908" y="15693"/>
                  </a:cubicBezTo>
                  <a:cubicBezTo>
                    <a:pt x="306442" y="16197"/>
                    <a:pt x="322061" y="17205"/>
                    <a:pt x="322061" y="31312"/>
                  </a:cubicBezTo>
                  <a:cubicBezTo>
                    <a:pt x="322061" y="38365"/>
                    <a:pt x="316519" y="44915"/>
                    <a:pt x="312488" y="49450"/>
                  </a:cubicBezTo>
                  <a:lnTo>
                    <a:pt x="230868" y="137115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Figura a mano libera 7">
              <a:extLst>
                <a:ext uri="{FF2B5EF4-FFF2-40B4-BE49-F238E27FC236}">
                  <a16:creationId xmlns:a16="http://schemas.microsoft.com/office/drawing/2014/main" id="{F0028831-B92E-EEC7-91FA-ED74630078F4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8885673" y="6149499"/>
              <a:ext cx="78999" cy="248284"/>
            </a:xfrm>
            <a:custGeom>
              <a:avLst/>
              <a:gdLst>
                <a:gd name="csX0" fmla="*/ 77714 w 78999"/>
                <a:gd name="csY0" fmla="*/ 10657 h 248284"/>
                <a:gd name="csX1" fmla="*/ 79125 w 78999"/>
                <a:gd name="csY1" fmla="*/ 5014 h 248284"/>
                <a:gd name="csX2" fmla="*/ 73482 w 78999"/>
                <a:gd name="csY2" fmla="*/ 76 h 248284"/>
                <a:gd name="csX3" fmla="*/ 28339 w 78999"/>
                <a:gd name="csY3" fmla="*/ 3603 h 248284"/>
                <a:gd name="csX4" fmla="*/ 20933 w 78999"/>
                <a:gd name="csY4" fmla="*/ 11715 h 248284"/>
                <a:gd name="csX5" fmla="*/ 29750 w 78999"/>
                <a:gd name="csY5" fmla="*/ 16652 h 248284"/>
                <a:gd name="csX6" fmla="*/ 46678 w 78999"/>
                <a:gd name="csY6" fmla="*/ 21942 h 248284"/>
                <a:gd name="csX7" fmla="*/ 45268 w 78999"/>
                <a:gd name="csY7" fmla="*/ 29701 h 248284"/>
                <a:gd name="csX8" fmla="*/ 1536 w 78999"/>
                <a:gd name="csY8" fmla="*/ 203924 h 248284"/>
                <a:gd name="csX9" fmla="*/ 125 w 78999"/>
                <a:gd name="csY9" fmla="*/ 214857 h 248284"/>
                <a:gd name="csX10" fmla="*/ 37156 w 78999"/>
                <a:gd name="csY10" fmla="*/ 248361 h 248284"/>
                <a:gd name="csX11" fmla="*/ 65370 w 78999"/>
                <a:gd name="csY11" fmla="*/ 229669 h 248284"/>
                <a:gd name="csX12" fmla="*/ 77714 w 78999"/>
                <a:gd name="csY12" fmla="*/ 194401 h 248284"/>
                <a:gd name="csX13" fmla="*/ 72071 w 78999"/>
                <a:gd name="csY13" fmla="*/ 189817 h 248284"/>
                <a:gd name="csX14" fmla="*/ 65018 w 78999"/>
                <a:gd name="csY14" fmla="*/ 198281 h 248284"/>
                <a:gd name="csX15" fmla="*/ 38567 w 78999"/>
                <a:gd name="csY15" fmla="*/ 238486 h 248284"/>
                <a:gd name="csX16" fmla="*/ 26576 w 78999"/>
                <a:gd name="csY16" fmla="*/ 221205 h 248284"/>
                <a:gd name="csX17" fmla="*/ 28692 w 78999"/>
                <a:gd name="csY17" fmla="*/ 206745 h 248284"/>
                <a:gd name="csX18" fmla="*/ 77714 w 78999"/>
                <a:gd name="csY18" fmla="*/ 10657 h 2482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78999" h="248284">
                  <a:moveTo>
                    <a:pt x="77714" y="10657"/>
                  </a:moveTo>
                  <a:cubicBezTo>
                    <a:pt x="78067" y="9951"/>
                    <a:pt x="79125" y="5366"/>
                    <a:pt x="79125" y="5014"/>
                  </a:cubicBezTo>
                  <a:cubicBezTo>
                    <a:pt x="79125" y="3250"/>
                    <a:pt x="77714" y="76"/>
                    <a:pt x="73482" y="76"/>
                  </a:cubicBezTo>
                  <a:cubicBezTo>
                    <a:pt x="66428" y="76"/>
                    <a:pt x="37156" y="2898"/>
                    <a:pt x="28339" y="3603"/>
                  </a:cubicBezTo>
                  <a:cubicBezTo>
                    <a:pt x="25870" y="3956"/>
                    <a:pt x="20933" y="4308"/>
                    <a:pt x="20933" y="11715"/>
                  </a:cubicBezTo>
                  <a:cubicBezTo>
                    <a:pt x="20933" y="16652"/>
                    <a:pt x="25870" y="16652"/>
                    <a:pt x="29750" y="16652"/>
                  </a:cubicBezTo>
                  <a:cubicBezTo>
                    <a:pt x="46678" y="16652"/>
                    <a:pt x="46678" y="19121"/>
                    <a:pt x="46678" y="21942"/>
                  </a:cubicBezTo>
                  <a:cubicBezTo>
                    <a:pt x="46678" y="24411"/>
                    <a:pt x="45973" y="26527"/>
                    <a:pt x="45268" y="29701"/>
                  </a:cubicBezTo>
                  <a:lnTo>
                    <a:pt x="1536" y="203924"/>
                  </a:lnTo>
                  <a:cubicBezTo>
                    <a:pt x="478" y="207450"/>
                    <a:pt x="125" y="211330"/>
                    <a:pt x="125" y="214857"/>
                  </a:cubicBezTo>
                  <a:cubicBezTo>
                    <a:pt x="125" y="237428"/>
                    <a:pt x="20228" y="248361"/>
                    <a:pt x="37156" y="248361"/>
                  </a:cubicBezTo>
                  <a:cubicBezTo>
                    <a:pt x="45620" y="248361"/>
                    <a:pt x="56201" y="245540"/>
                    <a:pt x="65370" y="229669"/>
                  </a:cubicBezTo>
                  <a:cubicBezTo>
                    <a:pt x="72777" y="216620"/>
                    <a:pt x="77714" y="195812"/>
                    <a:pt x="77714" y="194401"/>
                  </a:cubicBezTo>
                  <a:cubicBezTo>
                    <a:pt x="77714" y="189817"/>
                    <a:pt x="73129" y="189817"/>
                    <a:pt x="72071" y="189817"/>
                  </a:cubicBezTo>
                  <a:cubicBezTo>
                    <a:pt x="67134" y="189817"/>
                    <a:pt x="66428" y="191933"/>
                    <a:pt x="65018" y="198281"/>
                  </a:cubicBezTo>
                  <a:cubicBezTo>
                    <a:pt x="60433" y="215915"/>
                    <a:pt x="53732" y="238486"/>
                    <a:pt x="38567" y="238486"/>
                  </a:cubicBezTo>
                  <a:cubicBezTo>
                    <a:pt x="29045" y="238486"/>
                    <a:pt x="26576" y="229669"/>
                    <a:pt x="26576" y="221205"/>
                  </a:cubicBezTo>
                  <a:cubicBezTo>
                    <a:pt x="26576" y="217325"/>
                    <a:pt x="27634" y="210625"/>
                    <a:pt x="28692" y="206745"/>
                  </a:cubicBezTo>
                  <a:lnTo>
                    <a:pt x="77714" y="10657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Figura a mano libera 8">
              <a:extLst>
                <a:ext uri="{FF2B5EF4-FFF2-40B4-BE49-F238E27FC236}">
                  <a16:creationId xmlns:a16="http://schemas.microsoft.com/office/drawing/2014/main" id="{648DE6E1-056F-2B1C-618A-347685526569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9014777" y="6238726"/>
              <a:ext cx="179865" cy="159057"/>
            </a:xfrm>
            <a:custGeom>
              <a:avLst/>
              <a:gdLst>
                <a:gd name="csX0" fmla="*/ 127444 w 179865"/>
                <a:gd name="csY0" fmla="*/ 20884 h 159057"/>
                <a:gd name="csX1" fmla="*/ 91118 w 179865"/>
                <a:gd name="csY1" fmla="*/ 76 h 159057"/>
                <a:gd name="csX2" fmla="*/ 128 w 179865"/>
                <a:gd name="csY2" fmla="*/ 100589 h 159057"/>
                <a:gd name="csX3" fmla="*/ 53382 w 179865"/>
                <a:gd name="csY3" fmla="*/ 159134 h 159057"/>
                <a:gd name="csX4" fmla="*/ 103462 w 179865"/>
                <a:gd name="csY4" fmla="*/ 134446 h 159057"/>
                <a:gd name="csX5" fmla="*/ 139788 w 179865"/>
                <a:gd name="csY5" fmla="*/ 159134 h 159057"/>
                <a:gd name="csX6" fmla="*/ 167649 w 179865"/>
                <a:gd name="csY6" fmla="*/ 140442 h 159057"/>
                <a:gd name="csX7" fmla="*/ 179993 w 179865"/>
                <a:gd name="csY7" fmla="*/ 105174 h 159057"/>
                <a:gd name="csX8" fmla="*/ 174350 w 179865"/>
                <a:gd name="csY8" fmla="*/ 100589 h 159057"/>
                <a:gd name="csX9" fmla="*/ 166591 w 179865"/>
                <a:gd name="csY9" fmla="*/ 111522 h 159057"/>
                <a:gd name="csX10" fmla="*/ 140846 w 179865"/>
                <a:gd name="csY10" fmla="*/ 149259 h 159057"/>
                <a:gd name="csX11" fmla="*/ 129207 w 179865"/>
                <a:gd name="csY11" fmla="*/ 131977 h 159057"/>
                <a:gd name="csX12" fmla="*/ 134498 w 179865"/>
                <a:gd name="csY12" fmla="*/ 104116 h 159057"/>
                <a:gd name="csX13" fmla="*/ 142257 w 179865"/>
                <a:gd name="csY13" fmla="*/ 72375 h 159057"/>
                <a:gd name="csX14" fmla="*/ 149310 w 179865"/>
                <a:gd name="csY14" fmla="*/ 45572 h 159057"/>
                <a:gd name="csX15" fmla="*/ 155658 w 179865"/>
                <a:gd name="csY15" fmla="*/ 18063 h 159057"/>
                <a:gd name="csX16" fmla="*/ 143667 w 179865"/>
                <a:gd name="csY16" fmla="*/ 6777 h 159057"/>
                <a:gd name="csX17" fmla="*/ 127444 w 179865"/>
                <a:gd name="csY17" fmla="*/ 20884 h 159057"/>
                <a:gd name="csX18" fmla="*/ 104873 w 179865"/>
                <a:gd name="csY18" fmla="*/ 111522 h 159057"/>
                <a:gd name="csX19" fmla="*/ 86886 w 179865"/>
                <a:gd name="csY19" fmla="*/ 135152 h 159057"/>
                <a:gd name="csX20" fmla="*/ 54440 w 179865"/>
                <a:gd name="csY20" fmla="*/ 149259 h 159057"/>
                <a:gd name="csX21" fmla="*/ 28694 w 179865"/>
                <a:gd name="csY21" fmla="*/ 115049 h 159057"/>
                <a:gd name="csX22" fmla="*/ 47034 w 179865"/>
                <a:gd name="csY22" fmla="*/ 43455 h 159057"/>
                <a:gd name="csX23" fmla="*/ 91118 w 179865"/>
                <a:gd name="csY23" fmla="*/ 9951 h 159057"/>
                <a:gd name="csX24" fmla="*/ 122507 w 179865"/>
                <a:gd name="csY24" fmla="*/ 40634 h 159057"/>
                <a:gd name="csX25" fmla="*/ 121449 w 179865"/>
                <a:gd name="csY25" fmla="*/ 45572 h 159057"/>
                <a:gd name="csX26" fmla="*/ 104873 w 179865"/>
                <a:gd name="csY26" fmla="*/ 111522 h 1590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79865" h="159057">
                  <a:moveTo>
                    <a:pt x="127444" y="20884"/>
                  </a:moveTo>
                  <a:cubicBezTo>
                    <a:pt x="120038" y="9246"/>
                    <a:pt x="108047" y="76"/>
                    <a:pt x="91118" y="76"/>
                  </a:cubicBezTo>
                  <a:cubicBezTo>
                    <a:pt x="45976" y="76"/>
                    <a:pt x="128" y="49804"/>
                    <a:pt x="128" y="100589"/>
                  </a:cubicBezTo>
                  <a:cubicBezTo>
                    <a:pt x="128" y="134799"/>
                    <a:pt x="23052" y="159134"/>
                    <a:pt x="53382" y="159134"/>
                  </a:cubicBezTo>
                  <a:cubicBezTo>
                    <a:pt x="72426" y="159134"/>
                    <a:pt x="89355" y="148201"/>
                    <a:pt x="103462" y="134446"/>
                  </a:cubicBezTo>
                  <a:cubicBezTo>
                    <a:pt x="110163" y="155607"/>
                    <a:pt x="130618" y="159134"/>
                    <a:pt x="139788" y="159134"/>
                  </a:cubicBezTo>
                  <a:cubicBezTo>
                    <a:pt x="152484" y="159134"/>
                    <a:pt x="161301" y="151375"/>
                    <a:pt x="167649" y="140442"/>
                  </a:cubicBezTo>
                  <a:cubicBezTo>
                    <a:pt x="175408" y="126687"/>
                    <a:pt x="179993" y="106585"/>
                    <a:pt x="179993" y="105174"/>
                  </a:cubicBezTo>
                  <a:cubicBezTo>
                    <a:pt x="179993" y="100589"/>
                    <a:pt x="175408" y="100589"/>
                    <a:pt x="174350" y="100589"/>
                  </a:cubicBezTo>
                  <a:cubicBezTo>
                    <a:pt x="169413" y="100589"/>
                    <a:pt x="169060" y="102000"/>
                    <a:pt x="166591" y="111522"/>
                  </a:cubicBezTo>
                  <a:cubicBezTo>
                    <a:pt x="162359" y="128451"/>
                    <a:pt x="155658" y="149259"/>
                    <a:pt x="140846" y="149259"/>
                  </a:cubicBezTo>
                  <a:cubicBezTo>
                    <a:pt x="131676" y="149259"/>
                    <a:pt x="129207" y="141500"/>
                    <a:pt x="129207" y="131977"/>
                  </a:cubicBezTo>
                  <a:cubicBezTo>
                    <a:pt x="129207" y="125982"/>
                    <a:pt x="132029" y="113286"/>
                    <a:pt x="134498" y="104116"/>
                  </a:cubicBezTo>
                  <a:cubicBezTo>
                    <a:pt x="136966" y="94594"/>
                    <a:pt x="140493" y="80134"/>
                    <a:pt x="142257" y="72375"/>
                  </a:cubicBezTo>
                  <a:lnTo>
                    <a:pt x="149310" y="45572"/>
                  </a:lnTo>
                  <a:cubicBezTo>
                    <a:pt x="151426" y="36402"/>
                    <a:pt x="155658" y="19826"/>
                    <a:pt x="155658" y="18063"/>
                  </a:cubicBezTo>
                  <a:cubicBezTo>
                    <a:pt x="155658" y="10304"/>
                    <a:pt x="149310" y="6777"/>
                    <a:pt x="143667" y="6777"/>
                  </a:cubicBezTo>
                  <a:cubicBezTo>
                    <a:pt x="137672" y="6777"/>
                    <a:pt x="129560" y="11009"/>
                    <a:pt x="127444" y="20884"/>
                  </a:cubicBezTo>
                  <a:close/>
                  <a:moveTo>
                    <a:pt x="104873" y="111522"/>
                  </a:moveTo>
                  <a:cubicBezTo>
                    <a:pt x="102404" y="121397"/>
                    <a:pt x="94645" y="128451"/>
                    <a:pt x="86886" y="135152"/>
                  </a:cubicBezTo>
                  <a:cubicBezTo>
                    <a:pt x="83712" y="137973"/>
                    <a:pt x="69605" y="149259"/>
                    <a:pt x="54440" y="149259"/>
                  </a:cubicBezTo>
                  <a:cubicBezTo>
                    <a:pt x="41391" y="149259"/>
                    <a:pt x="28694" y="140089"/>
                    <a:pt x="28694" y="115049"/>
                  </a:cubicBezTo>
                  <a:cubicBezTo>
                    <a:pt x="28694" y="96357"/>
                    <a:pt x="38922" y="57563"/>
                    <a:pt x="47034" y="43455"/>
                  </a:cubicBezTo>
                  <a:cubicBezTo>
                    <a:pt x="63257" y="15241"/>
                    <a:pt x="81243" y="9951"/>
                    <a:pt x="91118" y="9951"/>
                  </a:cubicBezTo>
                  <a:cubicBezTo>
                    <a:pt x="115806" y="9951"/>
                    <a:pt x="122507" y="36755"/>
                    <a:pt x="122507" y="40634"/>
                  </a:cubicBezTo>
                  <a:cubicBezTo>
                    <a:pt x="122507" y="42045"/>
                    <a:pt x="121801" y="44514"/>
                    <a:pt x="121449" y="45572"/>
                  </a:cubicBezTo>
                  <a:lnTo>
                    <a:pt x="104873" y="111522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Figura a mano libera 9">
              <a:extLst>
                <a:ext uri="{FF2B5EF4-FFF2-40B4-BE49-F238E27FC236}">
                  <a16:creationId xmlns:a16="http://schemas.microsoft.com/office/drawing/2014/main" id="{FBCA0B17-AF4E-AD43-6F8A-F0DE2769CF06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9226970" y="6238726"/>
              <a:ext cx="173869" cy="227476"/>
            </a:xfrm>
            <a:custGeom>
              <a:avLst/>
              <a:gdLst>
                <a:gd name="csX0" fmla="*/ 172591 w 173869"/>
                <a:gd name="csY0" fmla="*/ 25469 h 227476"/>
                <a:gd name="csX1" fmla="*/ 174002 w 173869"/>
                <a:gd name="csY1" fmla="*/ 18063 h 227476"/>
                <a:gd name="csX2" fmla="*/ 162011 w 173869"/>
                <a:gd name="csY2" fmla="*/ 6777 h 227476"/>
                <a:gd name="csX3" fmla="*/ 145788 w 173869"/>
                <a:gd name="csY3" fmla="*/ 20179 h 227476"/>
                <a:gd name="csX4" fmla="*/ 109462 w 173869"/>
                <a:gd name="csY4" fmla="*/ 76 h 227476"/>
                <a:gd name="csX5" fmla="*/ 19177 w 173869"/>
                <a:gd name="csY5" fmla="*/ 97768 h 227476"/>
                <a:gd name="csX6" fmla="*/ 72783 w 173869"/>
                <a:gd name="csY6" fmla="*/ 155607 h 227476"/>
                <a:gd name="csX7" fmla="*/ 116868 w 173869"/>
                <a:gd name="csY7" fmla="*/ 136562 h 227476"/>
                <a:gd name="csX8" fmla="*/ 109109 w 173869"/>
                <a:gd name="csY8" fmla="*/ 168303 h 227476"/>
                <a:gd name="csX9" fmla="*/ 89359 w 173869"/>
                <a:gd name="csY9" fmla="*/ 204629 h 227476"/>
                <a:gd name="csX10" fmla="*/ 49859 w 173869"/>
                <a:gd name="csY10" fmla="*/ 217678 h 227476"/>
                <a:gd name="csX11" fmla="*/ 22703 w 173869"/>
                <a:gd name="csY11" fmla="*/ 215209 h 227476"/>
                <a:gd name="csX12" fmla="*/ 33989 w 173869"/>
                <a:gd name="csY12" fmla="*/ 197575 h 227476"/>
                <a:gd name="csX13" fmla="*/ 20235 w 173869"/>
                <a:gd name="csY13" fmla="*/ 184526 h 227476"/>
                <a:gd name="csX14" fmla="*/ 132 w 173869"/>
                <a:gd name="csY14" fmla="*/ 206040 h 227476"/>
                <a:gd name="csX15" fmla="*/ 50212 w 173869"/>
                <a:gd name="csY15" fmla="*/ 227553 h 227476"/>
                <a:gd name="csX16" fmla="*/ 134149 w 173869"/>
                <a:gd name="csY16" fmla="*/ 179236 h 227476"/>
                <a:gd name="csX17" fmla="*/ 172591 w 173869"/>
                <a:gd name="csY17" fmla="*/ 25469 h 227476"/>
                <a:gd name="csX18" fmla="*/ 123922 w 173869"/>
                <a:gd name="csY18" fmla="*/ 108701 h 227476"/>
                <a:gd name="csX19" fmla="*/ 116515 w 173869"/>
                <a:gd name="csY19" fmla="*/ 121750 h 227476"/>
                <a:gd name="csX20" fmla="*/ 73842 w 173869"/>
                <a:gd name="csY20" fmla="*/ 145732 h 227476"/>
                <a:gd name="csX21" fmla="*/ 47391 w 173869"/>
                <a:gd name="csY21" fmla="*/ 112228 h 227476"/>
                <a:gd name="csX22" fmla="*/ 66083 w 173869"/>
                <a:gd name="csY22" fmla="*/ 41692 h 227476"/>
                <a:gd name="csX23" fmla="*/ 109462 w 173869"/>
                <a:gd name="csY23" fmla="*/ 9951 h 227476"/>
                <a:gd name="csX24" fmla="*/ 140850 w 173869"/>
                <a:gd name="csY24" fmla="*/ 39929 h 227476"/>
                <a:gd name="csX25" fmla="*/ 139792 w 173869"/>
                <a:gd name="csY25" fmla="*/ 45219 h 227476"/>
                <a:gd name="csX26" fmla="*/ 123922 w 173869"/>
                <a:gd name="csY26" fmla="*/ 108701 h 2274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73869" h="227476">
                  <a:moveTo>
                    <a:pt x="172591" y="25469"/>
                  </a:moveTo>
                  <a:cubicBezTo>
                    <a:pt x="174002" y="20179"/>
                    <a:pt x="174002" y="18415"/>
                    <a:pt x="174002" y="18063"/>
                  </a:cubicBezTo>
                  <a:cubicBezTo>
                    <a:pt x="174002" y="10304"/>
                    <a:pt x="167654" y="6777"/>
                    <a:pt x="162011" y="6777"/>
                  </a:cubicBezTo>
                  <a:cubicBezTo>
                    <a:pt x="153899" y="6777"/>
                    <a:pt x="147198" y="13478"/>
                    <a:pt x="145788" y="20179"/>
                  </a:cubicBezTo>
                  <a:cubicBezTo>
                    <a:pt x="139792" y="10657"/>
                    <a:pt x="127801" y="76"/>
                    <a:pt x="109462" y="76"/>
                  </a:cubicBezTo>
                  <a:cubicBezTo>
                    <a:pt x="65377" y="76"/>
                    <a:pt x="19177" y="47335"/>
                    <a:pt x="19177" y="97768"/>
                  </a:cubicBezTo>
                  <a:cubicBezTo>
                    <a:pt x="19177" y="134094"/>
                    <a:pt x="43864" y="155607"/>
                    <a:pt x="72783" y="155607"/>
                  </a:cubicBezTo>
                  <a:cubicBezTo>
                    <a:pt x="89007" y="155607"/>
                    <a:pt x="104524" y="147495"/>
                    <a:pt x="116868" y="136562"/>
                  </a:cubicBezTo>
                  <a:lnTo>
                    <a:pt x="109109" y="168303"/>
                  </a:lnTo>
                  <a:cubicBezTo>
                    <a:pt x="105230" y="183116"/>
                    <a:pt x="102761" y="192638"/>
                    <a:pt x="89359" y="204629"/>
                  </a:cubicBezTo>
                  <a:cubicBezTo>
                    <a:pt x="73842" y="217678"/>
                    <a:pt x="58676" y="217678"/>
                    <a:pt x="49859" y="217678"/>
                  </a:cubicBezTo>
                  <a:cubicBezTo>
                    <a:pt x="33636" y="217678"/>
                    <a:pt x="29051" y="216620"/>
                    <a:pt x="22703" y="215209"/>
                  </a:cubicBezTo>
                  <a:cubicBezTo>
                    <a:pt x="31520" y="210977"/>
                    <a:pt x="33989" y="202513"/>
                    <a:pt x="33989" y="197575"/>
                  </a:cubicBezTo>
                  <a:cubicBezTo>
                    <a:pt x="33989" y="189111"/>
                    <a:pt x="27288" y="184526"/>
                    <a:pt x="20235" y="184526"/>
                  </a:cubicBezTo>
                  <a:cubicBezTo>
                    <a:pt x="10360" y="184526"/>
                    <a:pt x="132" y="192638"/>
                    <a:pt x="132" y="206040"/>
                  </a:cubicBezTo>
                  <a:cubicBezTo>
                    <a:pt x="132" y="227200"/>
                    <a:pt x="30462" y="227553"/>
                    <a:pt x="50212" y="227553"/>
                  </a:cubicBezTo>
                  <a:cubicBezTo>
                    <a:pt x="105582" y="227553"/>
                    <a:pt x="129212" y="199339"/>
                    <a:pt x="134149" y="179236"/>
                  </a:cubicBezTo>
                  <a:lnTo>
                    <a:pt x="172591" y="25469"/>
                  </a:lnTo>
                  <a:close/>
                  <a:moveTo>
                    <a:pt x="123922" y="108701"/>
                  </a:moveTo>
                  <a:cubicBezTo>
                    <a:pt x="122511" y="113991"/>
                    <a:pt x="122511" y="114696"/>
                    <a:pt x="116515" y="121750"/>
                  </a:cubicBezTo>
                  <a:cubicBezTo>
                    <a:pt x="104172" y="136562"/>
                    <a:pt x="87243" y="145732"/>
                    <a:pt x="73842" y="145732"/>
                  </a:cubicBezTo>
                  <a:cubicBezTo>
                    <a:pt x="55855" y="145732"/>
                    <a:pt x="47391" y="130567"/>
                    <a:pt x="47391" y="112228"/>
                  </a:cubicBezTo>
                  <a:cubicBezTo>
                    <a:pt x="47391" y="96710"/>
                    <a:pt x="56913" y="57210"/>
                    <a:pt x="66083" y="41692"/>
                  </a:cubicBezTo>
                  <a:cubicBezTo>
                    <a:pt x="80895" y="17005"/>
                    <a:pt x="97471" y="9951"/>
                    <a:pt x="109462" y="9951"/>
                  </a:cubicBezTo>
                  <a:cubicBezTo>
                    <a:pt x="134149" y="9951"/>
                    <a:pt x="140850" y="36402"/>
                    <a:pt x="140850" y="39929"/>
                  </a:cubicBezTo>
                  <a:cubicBezTo>
                    <a:pt x="140850" y="40634"/>
                    <a:pt x="140850" y="41339"/>
                    <a:pt x="139792" y="45219"/>
                  </a:cubicBezTo>
                  <a:lnTo>
                    <a:pt x="123922" y="108701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Figura a mano libera 10">
              <a:extLst>
                <a:ext uri="{FF2B5EF4-FFF2-40B4-BE49-F238E27FC236}">
                  <a16:creationId xmlns:a16="http://schemas.microsoft.com/office/drawing/2014/main" id="{B748AC33-8556-50DC-821C-CC76C7ABEE74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9496085" y="5940815"/>
              <a:ext cx="116887" cy="503824"/>
            </a:xfrm>
            <a:custGeom>
              <a:avLst/>
              <a:gdLst>
                <a:gd name="csX0" fmla="*/ 117024 w 116887"/>
                <a:gd name="csY0" fmla="*/ 498861 h 503824"/>
                <a:gd name="csX1" fmla="*/ 108459 w 116887"/>
                <a:gd name="csY1" fmla="*/ 487777 h 503824"/>
                <a:gd name="csX2" fmla="*/ 29358 w 116887"/>
                <a:gd name="csY2" fmla="*/ 251987 h 503824"/>
                <a:gd name="csX3" fmla="*/ 110474 w 116887"/>
                <a:gd name="csY3" fmla="*/ 13678 h 503824"/>
                <a:gd name="csX4" fmla="*/ 117024 w 116887"/>
                <a:gd name="csY4" fmla="*/ 5113 h 503824"/>
                <a:gd name="csX5" fmla="*/ 111986 w 116887"/>
                <a:gd name="csY5" fmla="*/ 75 h 503824"/>
                <a:gd name="csX6" fmla="*/ 31878 w 116887"/>
                <a:gd name="csY6" fmla="*/ 98321 h 503824"/>
                <a:gd name="csX7" fmla="*/ 137 w 116887"/>
                <a:gd name="csY7" fmla="*/ 251987 h 503824"/>
                <a:gd name="csX8" fmla="*/ 33389 w 116887"/>
                <a:gd name="csY8" fmla="*/ 409180 h 503824"/>
                <a:gd name="csX9" fmla="*/ 111986 w 116887"/>
                <a:gd name="csY9" fmla="*/ 503899 h 503824"/>
                <a:gd name="csX10" fmla="*/ 117024 w 116887"/>
                <a:gd name="csY10" fmla="*/ 498861 h 503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6887" h="503824">
                  <a:moveTo>
                    <a:pt x="117024" y="498861"/>
                  </a:moveTo>
                  <a:cubicBezTo>
                    <a:pt x="117024" y="497350"/>
                    <a:pt x="117024" y="496342"/>
                    <a:pt x="108459" y="487777"/>
                  </a:cubicBezTo>
                  <a:cubicBezTo>
                    <a:pt x="45481" y="424295"/>
                    <a:pt x="29358" y="329072"/>
                    <a:pt x="29358" y="251987"/>
                  </a:cubicBezTo>
                  <a:cubicBezTo>
                    <a:pt x="29358" y="164322"/>
                    <a:pt x="48504" y="76656"/>
                    <a:pt x="110474" y="13678"/>
                  </a:cubicBezTo>
                  <a:cubicBezTo>
                    <a:pt x="117024" y="7632"/>
                    <a:pt x="117024" y="6624"/>
                    <a:pt x="117024" y="5113"/>
                  </a:cubicBezTo>
                  <a:cubicBezTo>
                    <a:pt x="117024" y="1586"/>
                    <a:pt x="115009" y="75"/>
                    <a:pt x="111986" y="75"/>
                  </a:cubicBezTo>
                  <a:cubicBezTo>
                    <a:pt x="106947" y="75"/>
                    <a:pt x="61603" y="34335"/>
                    <a:pt x="31878" y="98321"/>
                  </a:cubicBezTo>
                  <a:cubicBezTo>
                    <a:pt x="6182" y="153741"/>
                    <a:pt x="137" y="209666"/>
                    <a:pt x="137" y="251987"/>
                  </a:cubicBezTo>
                  <a:cubicBezTo>
                    <a:pt x="137" y="291285"/>
                    <a:pt x="5679" y="352248"/>
                    <a:pt x="33389" y="409180"/>
                  </a:cubicBezTo>
                  <a:cubicBezTo>
                    <a:pt x="63618" y="471151"/>
                    <a:pt x="106947" y="503899"/>
                    <a:pt x="111986" y="503899"/>
                  </a:cubicBezTo>
                  <a:cubicBezTo>
                    <a:pt x="115009" y="503899"/>
                    <a:pt x="117024" y="502388"/>
                    <a:pt x="117024" y="498861"/>
                  </a:cubicBez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Figura a mano libera 11">
              <a:extLst>
                <a:ext uri="{FF2B5EF4-FFF2-40B4-BE49-F238E27FC236}">
                  <a16:creationId xmlns:a16="http://schemas.microsoft.com/office/drawing/2014/main" id="{C4A9642C-975F-857A-DA3D-7DDA92F887F5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9669849" y="5969029"/>
              <a:ext cx="228232" cy="355196"/>
            </a:xfrm>
            <a:custGeom>
              <a:avLst/>
              <a:gdLst>
                <a:gd name="csX0" fmla="*/ 117028 w 228232"/>
                <a:gd name="csY0" fmla="*/ 5617 h 355196"/>
                <a:gd name="csX1" fmla="*/ 110478 w 228232"/>
                <a:gd name="csY1" fmla="*/ 75 h 355196"/>
                <a:gd name="csX2" fmla="*/ 49011 w 228232"/>
                <a:gd name="csY2" fmla="*/ 5113 h 355196"/>
                <a:gd name="csX3" fmla="*/ 39439 w 228232"/>
                <a:gd name="csY3" fmla="*/ 15189 h 355196"/>
                <a:gd name="csX4" fmla="*/ 51531 w 228232"/>
                <a:gd name="csY4" fmla="*/ 21235 h 355196"/>
                <a:gd name="csX5" fmla="*/ 76722 w 228232"/>
                <a:gd name="csY5" fmla="*/ 29800 h 355196"/>
                <a:gd name="csX6" fmla="*/ 75210 w 228232"/>
                <a:gd name="csY6" fmla="*/ 39877 h 355196"/>
                <a:gd name="csX7" fmla="*/ 2156 w 228232"/>
                <a:gd name="csY7" fmla="*/ 330080 h 355196"/>
                <a:gd name="csX8" fmla="*/ 140 w 228232"/>
                <a:gd name="csY8" fmla="*/ 341164 h 355196"/>
                <a:gd name="csX9" fmla="*/ 14751 w 228232"/>
                <a:gd name="csY9" fmla="*/ 355271 h 355196"/>
                <a:gd name="csX10" fmla="*/ 31881 w 228232"/>
                <a:gd name="csY10" fmla="*/ 344691 h 355196"/>
                <a:gd name="csX11" fmla="*/ 60096 w 228232"/>
                <a:gd name="csY11" fmla="*/ 234353 h 355196"/>
                <a:gd name="csX12" fmla="*/ 118539 w 228232"/>
                <a:gd name="csY12" fmla="*/ 277178 h 355196"/>
                <a:gd name="csX13" fmla="*/ 117028 w 228232"/>
                <a:gd name="csY13" fmla="*/ 287759 h 355196"/>
                <a:gd name="csX14" fmla="*/ 115012 w 228232"/>
                <a:gd name="csY14" fmla="*/ 305392 h 355196"/>
                <a:gd name="csX15" fmla="*/ 161364 w 228232"/>
                <a:gd name="csY15" fmla="*/ 355271 h 355196"/>
                <a:gd name="csX16" fmla="*/ 201166 w 228232"/>
                <a:gd name="csY16" fmla="*/ 328568 h 355196"/>
                <a:gd name="csX17" fmla="*/ 219304 w 228232"/>
                <a:gd name="csY17" fmla="*/ 277682 h 355196"/>
                <a:gd name="csX18" fmla="*/ 213258 w 228232"/>
                <a:gd name="csY18" fmla="*/ 272644 h 355196"/>
                <a:gd name="csX19" fmla="*/ 206205 w 228232"/>
                <a:gd name="csY19" fmla="*/ 281713 h 355196"/>
                <a:gd name="csX20" fmla="*/ 162372 w 228232"/>
                <a:gd name="csY20" fmla="*/ 344187 h 355196"/>
                <a:gd name="csX21" fmla="*/ 146250 w 228232"/>
                <a:gd name="csY21" fmla="*/ 320507 h 355196"/>
                <a:gd name="csX22" fmla="*/ 150280 w 228232"/>
                <a:gd name="csY22" fmla="*/ 292293 h 355196"/>
                <a:gd name="csX23" fmla="*/ 152296 w 228232"/>
                <a:gd name="csY23" fmla="*/ 276674 h 355196"/>
                <a:gd name="csX24" fmla="*/ 77729 w 228232"/>
                <a:gd name="csY24" fmla="*/ 223773 h 355196"/>
                <a:gd name="csX25" fmla="*/ 121058 w 228232"/>
                <a:gd name="csY25" fmla="*/ 186490 h 355196"/>
                <a:gd name="csX26" fmla="*/ 193105 w 228232"/>
                <a:gd name="csY26" fmla="*/ 138123 h 355196"/>
                <a:gd name="csX27" fmla="*/ 197640 w 228232"/>
                <a:gd name="csY27" fmla="*/ 138626 h 355196"/>
                <a:gd name="csX28" fmla="*/ 208220 w 228232"/>
                <a:gd name="csY28" fmla="*/ 142657 h 355196"/>
                <a:gd name="csX29" fmla="*/ 210235 w 228232"/>
                <a:gd name="csY29" fmla="*/ 144672 h 355196"/>
                <a:gd name="csX30" fmla="*/ 181517 w 228232"/>
                <a:gd name="csY30" fmla="*/ 171879 h 355196"/>
                <a:gd name="csX31" fmla="*/ 200663 w 228232"/>
                <a:gd name="csY31" fmla="*/ 189513 h 355196"/>
                <a:gd name="csX32" fmla="*/ 228373 w 228232"/>
                <a:gd name="csY32" fmla="*/ 158779 h 355196"/>
                <a:gd name="csX33" fmla="*/ 194113 w 228232"/>
                <a:gd name="csY33" fmla="*/ 127038 h 355196"/>
                <a:gd name="csX34" fmla="*/ 120555 w 228232"/>
                <a:gd name="csY34" fmla="*/ 171375 h 355196"/>
                <a:gd name="csX35" fmla="*/ 64630 w 228232"/>
                <a:gd name="csY35" fmla="*/ 218231 h 355196"/>
                <a:gd name="csX36" fmla="*/ 117028 w 228232"/>
                <a:gd name="csY36" fmla="*/ 5617 h 3551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228232" h="355196">
                  <a:moveTo>
                    <a:pt x="117028" y="5617"/>
                  </a:moveTo>
                  <a:cubicBezTo>
                    <a:pt x="117028" y="5113"/>
                    <a:pt x="117028" y="75"/>
                    <a:pt x="110478" y="75"/>
                  </a:cubicBezTo>
                  <a:cubicBezTo>
                    <a:pt x="98890" y="75"/>
                    <a:pt x="62111" y="4105"/>
                    <a:pt x="49011" y="5113"/>
                  </a:cubicBezTo>
                  <a:cubicBezTo>
                    <a:pt x="44981" y="5617"/>
                    <a:pt x="39439" y="6121"/>
                    <a:pt x="39439" y="15189"/>
                  </a:cubicBezTo>
                  <a:cubicBezTo>
                    <a:pt x="39439" y="21235"/>
                    <a:pt x="43973" y="21235"/>
                    <a:pt x="51531" y="21235"/>
                  </a:cubicBezTo>
                  <a:cubicBezTo>
                    <a:pt x="75714" y="21235"/>
                    <a:pt x="76722" y="24762"/>
                    <a:pt x="76722" y="29800"/>
                  </a:cubicBezTo>
                  <a:lnTo>
                    <a:pt x="75210" y="39877"/>
                  </a:lnTo>
                  <a:lnTo>
                    <a:pt x="2156" y="330080"/>
                  </a:lnTo>
                  <a:cubicBezTo>
                    <a:pt x="140" y="337133"/>
                    <a:pt x="140" y="338141"/>
                    <a:pt x="140" y="341164"/>
                  </a:cubicBezTo>
                  <a:cubicBezTo>
                    <a:pt x="140" y="352752"/>
                    <a:pt x="10217" y="355271"/>
                    <a:pt x="14751" y="355271"/>
                  </a:cubicBezTo>
                  <a:cubicBezTo>
                    <a:pt x="21301" y="355271"/>
                    <a:pt x="28858" y="350737"/>
                    <a:pt x="31881" y="344691"/>
                  </a:cubicBezTo>
                  <a:cubicBezTo>
                    <a:pt x="34401" y="340156"/>
                    <a:pt x="57073" y="246949"/>
                    <a:pt x="60096" y="234353"/>
                  </a:cubicBezTo>
                  <a:cubicBezTo>
                    <a:pt x="77226" y="235865"/>
                    <a:pt x="118539" y="243926"/>
                    <a:pt x="118539" y="277178"/>
                  </a:cubicBezTo>
                  <a:cubicBezTo>
                    <a:pt x="118539" y="280705"/>
                    <a:pt x="118539" y="282720"/>
                    <a:pt x="117028" y="287759"/>
                  </a:cubicBezTo>
                  <a:cubicBezTo>
                    <a:pt x="116020" y="293804"/>
                    <a:pt x="115012" y="299850"/>
                    <a:pt x="115012" y="305392"/>
                  </a:cubicBezTo>
                  <a:cubicBezTo>
                    <a:pt x="115012" y="335118"/>
                    <a:pt x="135165" y="355271"/>
                    <a:pt x="161364" y="355271"/>
                  </a:cubicBezTo>
                  <a:cubicBezTo>
                    <a:pt x="176479" y="355271"/>
                    <a:pt x="190082" y="347210"/>
                    <a:pt x="201166" y="328568"/>
                  </a:cubicBezTo>
                  <a:cubicBezTo>
                    <a:pt x="213762" y="306400"/>
                    <a:pt x="219304" y="278690"/>
                    <a:pt x="219304" y="277682"/>
                  </a:cubicBezTo>
                  <a:cubicBezTo>
                    <a:pt x="219304" y="272644"/>
                    <a:pt x="214770" y="272644"/>
                    <a:pt x="213258" y="272644"/>
                  </a:cubicBezTo>
                  <a:cubicBezTo>
                    <a:pt x="208220" y="272644"/>
                    <a:pt x="207716" y="274659"/>
                    <a:pt x="206205" y="281713"/>
                  </a:cubicBezTo>
                  <a:cubicBezTo>
                    <a:pt x="196128" y="318492"/>
                    <a:pt x="184540" y="344187"/>
                    <a:pt x="162372" y="344187"/>
                  </a:cubicBezTo>
                  <a:cubicBezTo>
                    <a:pt x="152799" y="344187"/>
                    <a:pt x="146250" y="338645"/>
                    <a:pt x="146250" y="320507"/>
                  </a:cubicBezTo>
                  <a:cubicBezTo>
                    <a:pt x="146250" y="311942"/>
                    <a:pt x="148265" y="300354"/>
                    <a:pt x="150280" y="292293"/>
                  </a:cubicBezTo>
                  <a:cubicBezTo>
                    <a:pt x="152296" y="283728"/>
                    <a:pt x="152296" y="281713"/>
                    <a:pt x="152296" y="276674"/>
                  </a:cubicBezTo>
                  <a:cubicBezTo>
                    <a:pt x="152296" y="243926"/>
                    <a:pt x="120555" y="229315"/>
                    <a:pt x="77729" y="223773"/>
                  </a:cubicBezTo>
                  <a:cubicBezTo>
                    <a:pt x="93348" y="214704"/>
                    <a:pt x="109470" y="198582"/>
                    <a:pt x="121058" y="186490"/>
                  </a:cubicBezTo>
                  <a:cubicBezTo>
                    <a:pt x="145242" y="159787"/>
                    <a:pt x="168418" y="138123"/>
                    <a:pt x="193105" y="138123"/>
                  </a:cubicBezTo>
                  <a:cubicBezTo>
                    <a:pt x="196128" y="138123"/>
                    <a:pt x="196632" y="138123"/>
                    <a:pt x="197640" y="138626"/>
                  </a:cubicBezTo>
                  <a:cubicBezTo>
                    <a:pt x="203686" y="139634"/>
                    <a:pt x="204189" y="139634"/>
                    <a:pt x="208220" y="142657"/>
                  </a:cubicBezTo>
                  <a:cubicBezTo>
                    <a:pt x="209228" y="143161"/>
                    <a:pt x="209228" y="143665"/>
                    <a:pt x="210235" y="144672"/>
                  </a:cubicBezTo>
                  <a:cubicBezTo>
                    <a:pt x="186052" y="146184"/>
                    <a:pt x="181517" y="165833"/>
                    <a:pt x="181517" y="171879"/>
                  </a:cubicBezTo>
                  <a:cubicBezTo>
                    <a:pt x="181517" y="179940"/>
                    <a:pt x="187059" y="189513"/>
                    <a:pt x="200663" y="189513"/>
                  </a:cubicBezTo>
                  <a:cubicBezTo>
                    <a:pt x="213762" y="189513"/>
                    <a:pt x="228373" y="178429"/>
                    <a:pt x="228373" y="158779"/>
                  </a:cubicBezTo>
                  <a:cubicBezTo>
                    <a:pt x="228373" y="143665"/>
                    <a:pt x="216785" y="127038"/>
                    <a:pt x="194113" y="127038"/>
                  </a:cubicBezTo>
                  <a:cubicBezTo>
                    <a:pt x="180006" y="127038"/>
                    <a:pt x="156830" y="131069"/>
                    <a:pt x="120555" y="171375"/>
                  </a:cubicBezTo>
                  <a:cubicBezTo>
                    <a:pt x="103424" y="190520"/>
                    <a:pt x="83775" y="210673"/>
                    <a:pt x="64630" y="218231"/>
                  </a:cubicBezTo>
                  <a:lnTo>
                    <a:pt x="117028" y="5617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Figura a mano libera 12">
              <a:extLst>
                <a:ext uri="{FF2B5EF4-FFF2-40B4-BE49-F238E27FC236}">
                  <a16:creationId xmlns:a16="http://schemas.microsoft.com/office/drawing/2014/main" id="{B2678B8C-86A6-C734-A5C1-361BEFB2D024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9949010" y="5940815"/>
              <a:ext cx="116887" cy="503824"/>
            </a:xfrm>
            <a:custGeom>
              <a:avLst/>
              <a:gdLst>
                <a:gd name="csX0" fmla="*/ 117033 w 116887"/>
                <a:gd name="csY0" fmla="*/ 251987 h 503824"/>
                <a:gd name="csX1" fmla="*/ 83781 w 116887"/>
                <a:gd name="csY1" fmla="*/ 94794 h 503824"/>
                <a:gd name="csX2" fmla="*/ 5184 w 116887"/>
                <a:gd name="csY2" fmla="*/ 75 h 503824"/>
                <a:gd name="csX3" fmla="*/ 146 w 116887"/>
                <a:gd name="csY3" fmla="*/ 5113 h 503824"/>
                <a:gd name="csX4" fmla="*/ 9719 w 116887"/>
                <a:gd name="csY4" fmla="*/ 16701 h 503824"/>
                <a:gd name="csX5" fmla="*/ 87811 w 116887"/>
                <a:gd name="csY5" fmla="*/ 251987 h 503824"/>
                <a:gd name="csX6" fmla="*/ 6696 w 116887"/>
                <a:gd name="csY6" fmla="*/ 490296 h 503824"/>
                <a:gd name="csX7" fmla="*/ 146 w 116887"/>
                <a:gd name="csY7" fmla="*/ 498861 h 503824"/>
                <a:gd name="csX8" fmla="*/ 5184 w 116887"/>
                <a:gd name="csY8" fmla="*/ 503899 h 503824"/>
                <a:gd name="csX9" fmla="*/ 85292 w 116887"/>
                <a:gd name="csY9" fmla="*/ 405653 h 503824"/>
                <a:gd name="csX10" fmla="*/ 117033 w 116887"/>
                <a:gd name="csY10" fmla="*/ 251987 h 503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6887" h="503824">
                  <a:moveTo>
                    <a:pt x="117033" y="251987"/>
                  </a:moveTo>
                  <a:cubicBezTo>
                    <a:pt x="117033" y="212689"/>
                    <a:pt x="111491" y="151726"/>
                    <a:pt x="83781" y="94794"/>
                  </a:cubicBezTo>
                  <a:cubicBezTo>
                    <a:pt x="53551" y="32823"/>
                    <a:pt x="10222" y="75"/>
                    <a:pt x="5184" y="75"/>
                  </a:cubicBezTo>
                  <a:cubicBezTo>
                    <a:pt x="2161" y="75"/>
                    <a:pt x="146" y="2090"/>
                    <a:pt x="146" y="5113"/>
                  </a:cubicBezTo>
                  <a:cubicBezTo>
                    <a:pt x="146" y="6624"/>
                    <a:pt x="146" y="7632"/>
                    <a:pt x="9719" y="16701"/>
                  </a:cubicBezTo>
                  <a:cubicBezTo>
                    <a:pt x="59093" y="66580"/>
                    <a:pt x="87811" y="146688"/>
                    <a:pt x="87811" y="251987"/>
                  </a:cubicBezTo>
                  <a:cubicBezTo>
                    <a:pt x="87811" y="338141"/>
                    <a:pt x="69170" y="426814"/>
                    <a:pt x="6696" y="490296"/>
                  </a:cubicBezTo>
                  <a:cubicBezTo>
                    <a:pt x="146" y="496342"/>
                    <a:pt x="146" y="497350"/>
                    <a:pt x="146" y="498861"/>
                  </a:cubicBezTo>
                  <a:cubicBezTo>
                    <a:pt x="146" y="501884"/>
                    <a:pt x="2161" y="503899"/>
                    <a:pt x="5184" y="503899"/>
                  </a:cubicBezTo>
                  <a:cubicBezTo>
                    <a:pt x="10222" y="503899"/>
                    <a:pt x="55567" y="469639"/>
                    <a:pt x="85292" y="405653"/>
                  </a:cubicBezTo>
                  <a:cubicBezTo>
                    <a:pt x="110987" y="350233"/>
                    <a:pt x="117033" y="294308"/>
                    <a:pt x="117033" y="251987"/>
                  </a:cubicBez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Figura a mano libera 13">
              <a:extLst>
                <a:ext uri="{FF2B5EF4-FFF2-40B4-BE49-F238E27FC236}">
                  <a16:creationId xmlns:a16="http://schemas.microsoft.com/office/drawing/2014/main" id="{082FAC70-8FDF-9411-C740-82D2ABC726A8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0284387" y="6133780"/>
              <a:ext cx="335043" cy="117894"/>
            </a:xfrm>
            <a:custGeom>
              <a:avLst/>
              <a:gdLst>
                <a:gd name="csX0" fmla="*/ 318066 w 335043"/>
                <a:gd name="csY0" fmla="*/ 20228 h 117894"/>
                <a:gd name="csX1" fmla="*/ 335196 w 335043"/>
                <a:gd name="csY1" fmla="*/ 10151 h 117894"/>
                <a:gd name="csX2" fmla="*/ 318570 w 335043"/>
                <a:gd name="csY2" fmla="*/ 75 h 117894"/>
                <a:gd name="csX3" fmla="*/ 16779 w 335043"/>
                <a:gd name="csY3" fmla="*/ 75 h 117894"/>
                <a:gd name="csX4" fmla="*/ 153 w 335043"/>
                <a:gd name="csY4" fmla="*/ 10151 h 117894"/>
                <a:gd name="csX5" fmla="*/ 17283 w 335043"/>
                <a:gd name="csY5" fmla="*/ 20228 h 117894"/>
                <a:gd name="csX6" fmla="*/ 318066 w 335043"/>
                <a:gd name="csY6" fmla="*/ 20228 h 117894"/>
                <a:gd name="csX7" fmla="*/ 318570 w 335043"/>
                <a:gd name="csY7" fmla="*/ 117970 h 117894"/>
                <a:gd name="csX8" fmla="*/ 335196 w 335043"/>
                <a:gd name="csY8" fmla="*/ 107893 h 117894"/>
                <a:gd name="csX9" fmla="*/ 318066 w 335043"/>
                <a:gd name="csY9" fmla="*/ 97817 h 117894"/>
                <a:gd name="csX10" fmla="*/ 17283 w 335043"/>
                <a:gd name="csY10" fmla="*/ 97817 h 117894"/>
                <a:gd name="csX11" fmla="*/ 153 w 335043"/>
                <a:gd name="csY11" fmla="*/ 107893 h 117894"/>
                <a:gd name="csX12" fmla="*/ 16779 w 335043"/>
                <a:gd name="csY12" fmla="*/ 117970 h 117894"/>
                <a:gd name="csX13" fmla="*/ 318570 w 335043"/>
                <a:gd name="csY13" fmla="*/ 117970 h 1178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35043" h="117894">
                  <a:moveTo>
                    <a:pt x="318066" y="20228"/>
                  </a:moveTo>
                  <a:cubicBezTo>
                    <a:pt x="325623" y="20228"/>
                    <a:pt x="335196" y="20228"/>
                    <a:pt x="335196" y="10151"/>
                  </a:cubicBezTo>
                  <a:cubicBezTo>
                    <a:pt x="335196" y="75"/>
                    <a:pt x="325623" y="75"/>
                    <a:pt x="318570" y="75"/>
                  </a:cubicBezTo>
                  <a:lnTo>
                    <a:pt x="16779" y="75"/>
                  </a:lnTo>
                  <a:cubicBezTo>
                    <a:pt x="9725" y="75"/>
                    <a:pt x="153" y="75"/>
                    <a:pt x="153" y="10151"/>
                  </a:cubicBezTo>
                  <a:cubicBezTo>
                    <a:pt x="153" y="20228"/>
                    <a:pt x="9725" y="20228"/>
                    <a:pt x="17283" y="20228"/>
                  </a:cubicBezTo>
                  <a:lnTo>
                    <a:pt x="318066" y="20228"/>
                  </a:lnTo>
                  <a:close/>
                  <a:moveTo>
                    <a:pt x="318570" y="117970"/>
                  </a:moveTo>
                  <a:cubicBezTo>
                    <a:pt x="325623" y="117970"/>
                    <a:pt x="335196" y="117970"/>
                    <a:pt x="335196" y="107893"/>
                  </a:cubicBezTo>
                  <a:cubicBezTo>
                    <a:pt x="335196" y="97817"/>
                    <a:pt x="325623" y="97817"/>
                    <a:pt x="318066" y="97817"/>
                  </a:cubicBezTo>
                  <a:lnTo>
                    <a:pt x="17283" y="97817"/>
                  </a:lnTo>
                  <a:cubicBezTo>
                    <a:pt x="9725" y="97817"/>
                    <a:pt x="153" y="97817"/>
                    <a:pt x="153" y="107893"/>
                  </a:cubicBezTo>
                  <a:cubicBezTo>
                    <a:pt x="153" y="117970"/>
                    <a:pt x="9725" y="117970"/>
                    <a:pt x="16779" y="117970"/>
                  </a:cubicBezTo>
                  <a:lnTo>
                    <a:pt x="318570" y="117970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DA146EB7-5CDE-F7E2-3112-A2EF084C82F1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0901850" y="5739280"/>
              <a:ext cx="114368" cy="906380"/>
            </a:xfrm>
            <a:custGeom>
              <a:avLst/>
              <a:gdLst>
                <a:gd name="csX0" fmla="*/ 163 w 114368"/>
                <a:gd name="csY0" fmla="*/ 906444 h 906380"/>
                <a:gd name="csX1" fmla="*/ 114531 w 114368"/>
                <a:gd name="csY1" fmla="*/ 906444 h 906380"/>
                <a:gd name="csX2" fmla="*/ 114531 w 114368"/>
                <a:gd name="csY2" fmla="*/ 882764 h 906380"/>
                <a:gd name="csX3" fmla="*/ 23843 w 114368"/>
                <a:gd name="csY3" fmla="*/ 882764 h 906380"/>
                <a:gd name="csX4" fmla="*/ 23843 w 114368"/>
                <a:gd name="csY4" fmla="*/ 23743 h 906380"/>
                <a:gd name="csX5" fmla="*/ 114531 w 114368"/>
                <a:gd name="csY5" fmla="*/ 23743 h 906380"/>
                <a:gd name="csX6" fmla="*/ 114531 w 114368"/>
                <a:gd name="csY6" fmla="*/ 64 h 906380"/>
                <a:gd name="csX7" fmla="*/ 163 w 114368"/>
                <a:gd name="csY7" fmla="*/ 64 h 906380"/>
                <a:gd name="csX8" fmla="*/ 163 w 114368"/>
                <a:gd name="csY8" fmla="*/ 906444 h 906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4368" h="906380">
                  <a:moveTo>
                    <a:pt x="163" y="906444"/>
                  </a:moveTo>
                  <a:lnTo>
                    <a:pt x="114531" y="906444"/>
                  </a:lnTo>
                  <a:lnTo>
                    <a:pt x="114531" y="882764"/>
                  </a:lnTo>
                  <a:lnTo>
                    <a:pt x="23843" y="882764"/>
                  </a:lnTo>
                  <a:lnTo>
                    <a:pt x="23843" y="23743"/>
                  </a:lnTo>
                  <a:lnTo>
                    <a:pt x="114531" y="23743"/>
                  </a:lnTo>
                  <a:lnTo>
                    <a:pt x="114531" y="64"/>
                  </a:lnTo>
                  <a:lnTo>
                    <a:pt x="163" y="64"/>
                  </a:lnTo>
                  <a:lnTo>
                    <a:pt x="163" y="906444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Figura a mano libera 15">
              <a:extLst>
                <a:ext uri="{FF2B5EF4-FFF2-40B4-BE49-F238E27FC236}">
                  <a16:creationId xmlns:a16="http://schemas.microsoft.com/office/drawing/2014/main" id="{F6840940-C65E-E452-ED59-35F3E1937C87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1039506" y="5974571"/>
              <a:ext cx="415151" cy="344112"/>
            </a:xfrm>
            <a:custGeom>
              <a:avLst/>
              <a:gdLst>
                <a:gd name="csX0" fmla="*/ 230919 w 415151"/>
                <a:gd name="csY0" fmla="*/ 137115 h 344112"/>
                <a:gd name="csX1" fmla="*/ 188598 w 415151"/>
                <a:gd name="csY1" fmla="*/ 36854 h 344112"/>
                <a:gd name="csX2" fmla="*/ 186079 w 415151"/>
                <a:gd name="csY2" fmla="*/ 30304 h 344112"/>
                <a:gd name="csX3" fmla="*/ 215805 w 415151"/>
                <a:gd name="csY3" fmla="*/ 15693 h 344112"/>
                <a:gd name="csX4" fmla="*/ 225881 w 415151"/>
                <a:gd name="csY4" fmla="*/ 6121 h 344112"/>
                <a:gd name="csX5" fmla="*/ 218324 w 415151"/>
                <a:gd name="csY5" fmla="*/ 75 h 344112"/>
                <a:gd name="csX6" fmla="*/ 154842 w 415151"/>
                <a:gd name="csY6" fmla="*/ 1586 h 344112"/>
                <a:gd name="csX7" fmla="*/ 98414 w 415151"/>
                <a:gd name="csY7" fmla="*/ 75 h 344112"/>
                <a:gd name="csX8" fmla="*/ 89345 w 415151"/>
                <a:gd name="csY8" fmla="*/ 10151 h 344112"/>
                <a:gd name="csX9" fmla="*/ 100933 w 415151"/>
                <a:gd name="csY9" fmla="*/ 15693 h 344112"/>
                <a:gd name="csX10" fmla="*/ 138720 w 415151"/>
                <a:gd name="csY10" fmla="*/ 31816 h 344112"/>
                <a:gd name="csX11" fmla="*/ 198171 w 415151"/>
                <a:gd name="csY11" fmla="*/ 172383 h 344112"/>
                <a:gd name="csX12" fmla="*/ 91864 w 415151"/>
                <a:gd name="csY12" fmla="*/ 286751 h 344112"/>
                <a:gd name="csX13" fmla="*/ 85314 w 415151"/>
                <a:gd name="csY13" fmla="*/ 292293 h 344112"/>
                <a:gd name="csX14" fmla="*/ 11252 w 415151"/>
                <a:gd name="csY14" fmla="*/ 328568 h 344112"/>
                <a:gd name="csX15" fmla="*/ 168 w 415151"/>
                <a:gd name="csY15" fmla="*/ 338645 h 344112"/>
                <a:gd name="csX16" fmla="*/ 6718 w 415151"/>
                <a:gd name="csY16" fmla="*/ 344187 h 344112"/>
                <a:gd name="csX17" fmla="*/ 54077 w 415151"/>
                <a:gd name="csY17" fmla="*/ 342675 h 344112"/>
                <a:gd name="csX18" fmla="*/ 110505 w 415151"/>
                <a:gd name="csY18" fmla="*/ 344187 h 344112"/>
                <a:gd name="csX19" fmla="*/ 119574 w 415151"/>
                <a:gd name="csY19" fmla="*/ 334110 h 344112"/>
                <a:gd name="csX20" fmla="*/ 113528 w 415151"/>
                <a:gd name="csY20" fmla="*/ 328568 h 344112"/>
                <a:gd name="csX21" fmla="*/ 93375 w 415151"/>
                <a:gd name="csY21" fmla="*/ 312950 h 344112"/>
                <a:gd name="csX22" fmla="*/ 106979 w 415151"/>
                <a:gd name="csY22" fmla="*/ 290278 h 344112"/>
                <a:gd name="csX23" fmla="*/ 158369 w 415151"/>
                <a:gd name="csY23" fmla="*/ 235865 h 344112"/>
                <a:gd name="csX24" fmla="*/ 203713 w 415151"/>
                <a:gd name="csY24" fmla="*/ 186490 h 344112"/>
                <a:gd name="csX25" fmla="*/ 254599 w 415151"/>
                <a:gd name="csY25" fmla="*/ 306904 h 344112"/>
                <a:gd name="csX26" fmla="*/ 257118 w 415151"/>
                <a:gd name="csY26" fmla="*/ 313957 h 344112"/>
                <a:gd name="csX27" fmla="*/ 227897 w 415151"/>
                <a:gd name="csY27" fmla="*/ 328568 h 344112"/>
                <a:gd name="csX28" fmla="*/ 217820 w 415151"/>
                <a:gd name="csY28" fmla="*/ 338141 h 344112"/>
                <a:gd name="csX29" fmla="*/ 225377 w 415151"/>
                <a:gd name="csY29" fmla="*/ 344187 h 344112"/>
                <a:gd name="csX30" fmla="*/ 288859 w 415151"/>
                <a:gd name="csY30" fmla="*/ 342675 h 344112"/>
                <a:gd name="csX31" fmla="*/ 344784 w 415151"/>
                <a:gd name="csY31" fmla="*/ 344187 h 344112"/>
                <a:gd name="csX32" fmla="*/ 354357 w 415151"/>
                <a:gd name="csY32" fmla="*/ 334614 h 344112"/>
                <a:gd name="csX33" fmla="*/ 345288 w 415151"/>
                <a:gd name="csY33" fmla="*/ 328568 h 344112"/>
                <a:gd name="csX34" fmla="*/ 301959 w 415151"/>
                <a:gd name="csY34" fmla="*/ 306400 h 344112"/>
                <a:gd name="csX35" fmla="*/ 236965 w 415151"/>
                <a:gd name="csY35" fmla="*/ 150718 h 344112"/>
                <a:gd name="csX36" fmla="*/ 340249 w 415151"/>
                <a:gd name="csY36" fmla="*/ 41388 h 344112"/>
                <a:gd name="csX37" fmla="*/ 404235 w 415151"/>
                <a:gd name="csY37" fmla="*/ 15693 h 344112"/>
                <a:gd name="csX38" fmla="*/ 415319 w 415151"/>
                <a:gd name="csY38" fmla="*/ 5617 h 344112"/>
                <a:gd name="csX39" fmla="*/ 408770 w 415151"/>
                <a:gd name="csY39" fmla="*/ 75 h 344112"/>
                <a:gd name="csX40" fmla="*/ 361410 w 415151"/>
                <a:gd name="csY40" fmla="*/ 1586 h 344112"/>
                <a:gd name="csX41" fmla="*/ 305486 w 415151"/>
                <a:gd name="csY41" fmla="*/ 75 h 344112"/>
                <a:gd name="csX42" fmla="*/ 295913 w 415151"/>
                <a:gd name="csY42" fmla="*/ 10151 h 344112"/>
                <a:gd name="csX43" fmla="*/ 301959 w 415151"/>
                <a:gd name="csY43" fmla="*/ 15693 h 344112"/>
                <a:gd name="csX44" fmla="*/ 322112 w 415151"/>
                <a:gd name="csY44" fmla="*/ 31312 h 344112"/>
                <a:gd name="csX45" fmla="*/ 312539 w 415151"/>
                <a:gd name="csY45" fmla="*/ 49450 h 344112"/>
                <a:gd name="csX46" fmla="*/ 230919 w 415151"/>
                <a:gd name="csY46" fmla="*/ 137115 h 3441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415151" h="344112">
                  <a:moveTo>
                    <a:pt x="230919" y="137115"/>
                  </a:moveTo>
                  <a:lnTo>
                    <a:pt x="188598" y="36854"/>
                  </a:lnTo>
                  <a:cubicBezTo>
                    <a:pt x="187087" y="32823"/>
                    <a:pt x="186079" y="30808"/>
                    <a:pt x="186079" y="30304"/>
                  </a:cubicBezTo>
                  <a:cubicBezTo>
                    <a:pt x="186079" y="27281"/>
                    <a:pt x="194644" y="17709"/>
                    <a:pt x="215805" y="15693"/>
                  </a:cubicBezTo>
                  <a:cubicBezTo>
                    <a:pt x="220843" y="15189"/>
                    <a:pt x="225881" y="14686"/>
                    <a:pt x="225881" y="6121"/>
                  </a:cubicBezTo>
                  <a:cubicBezTo>
                    <a:pt x="225881" y="75"/>
                    <a:pt x="219835" y="75"/>
                    <a:pt x="218324" y="75"/>
                  </a:cubicBezTo>
                  <a:cubicBezTo>
                    <a:pt x="197667" y="75"/>
                    <a:pt x="176003" y="1586"/>
                    <a:pt x="154842" y="1586"/>
                  </a:cubicBezTo>
                  <a:cubicBezTo>
                    <a:pt x="142246" y="1586"/>
                    <a:pt x="111009" y="75"/>
                    <a:pt x="98414" y="75"/>
                  </a:cubicBezTo>
                  <a:cubicBezTo>
                    <a:pt x="95391" y="75"/>
                    <a:pt x="89345" y="75"/>
                    <a:pt x="89345" y="10151"/>
                  </a:cubicBezTo>
                  <a:cubicBezTo>
                    <a:pt x="89345" y="15693"/>
                    <a:pt x="94383" y="15693"/>
                    <a:pt x="100933" y="15693"/>
                  </a:cubicBezTo>
                  <a:cubicBezTo>
                    <a:pt x="131162" y="15693"/>
                    <a:pt x="134185" y="20732"/>
                    <a:pt x="138720" y="31816"/>
                  </a:cubicBezTo>
                  <a:lnTo>
                    <a:pt x="198171" y="172383"/>
                  </a:lnTo>
                  <a:lnTo>
                    <a:pt x="91864" y="286751"/>
                  </a:lnTo>
                  <a:lnTo>
                    <a:pt x="85314" y="292293"/>
                  </a:lnTo>
                  <a:cubicBezTo>
                    <a:pt x="60627" y="318996"/>
                    <a:pt x="36947" y="327057"/>
                    <a:pt x="11252" y="328568"/>
                  </a:cubicBezTo>
                  <a:cubicBezTo>
                    <a:pt x="4702" y="329072"/>
                    <a:pt x="168" y="329072"/>
                    <a:pt x="168" y="338645"/>
                  </a:cubicBezTo>
                  <a:cubicBezTo>
                    <a:pt x="168" y="339149"/>
                    <a:pt x="168" y="344187"/>
                    <a:pt x="6718" y="344187"/>
                  </a:cubicBezTo>
                  <a:cubicBezTo>
                    <a:pt x="21832" y="344187"/>
                    <a:pt x="38458" y="342675"/>
                    <a:pt x="54077" y="342675"/>
                  </a:cubicBezTo>
                  <a:cubicBezTo>
                    <a:pt x="72719" y="342675"/>
                    <a:pt x="92368" y="344187"/>
                    <a:pt x="110505" y="344187"/>
                  </a:cubicBezTo>
                  <a:cubicBezTo>
                    <a:pt x="113528" y="344187"/>
                    <a:pt x="119574" y="344187"/>
                    <a:pt x="119574" y="334110"/>
                  </a:cubicBezTo>
                  <a:cubicBezTo>
                    <a:pt x="119574" y="329072"/>
                    <a:pt x="114536" y="328568"/>
                    <a:pt x="113528" y="328568"/>
                  </a:cubicBezTo>
                  <a:cubicBezTo>
                    <a:pt x="108994" y="328065"/>
                    <a:pt x="93375" y="327057"/>
                    <a:pt x="93375" y="312950"/>
                  </a:cubicBezTo>
                  <a:cubicBezTo>
                    <a:pt x="93375" y="304889"/>
                    <a:pt x="100933" y="296827"/>
                    <a:pt x="106979" y="290278"/>
                  </a:cubicBezTo>
                  <a:lnTo>
                    <a:pt x="158369" y="235865"/>
                  </a:lnTo>
                  <a:lnTo>
                    <a:pt x="203713" y="186490"/>
                  </a:lnTo>
                  <a:lnTo>
                    <a:pt x="254599" y="306904"/>
                  </a:lnTo>
                  <a:cubicBezTo>
                    <a:pt x="256615" y="312446"/>
                    <a:pt x="257118" y="312950"/>
                    <a:pt x="257118" y="313957"/>
                  </a:cubicBezTo>
                  <a:cubicBezTo>
                    <a:pt x="257118" y="317988"/>
                    <a:pt x="247546" y="326553"/>
                    <a:pt x="227897" y="328568"/>
                  </a:cubicBezTo>
                  <a:cubicBezTo>
                    <a:pt x="222355" y="329072"/>
                    <a:pt x="217820" y="329576"/>
                    <a:pt x="217820" y="338141"/>
                  </a:cubicBezTo>
                  <a:cubicBezTo>
                    <a:pt x="217820" y="344187"/>
                    <a:pt x="223362" y="344187"/>
                    <a:pt x="225377" y="344187"/>
                  </a:cubicBezTo>
                  <a:cubicBezTo>
                    <a:pt x="239485" y="344187"/>
                    <a:pt x="274752" y="342675"/>
                    <a:pt x="288859" y="342675"/>
                  </a:cubicBezTo>
                  <a:cubicBezTo>
                    <a:pt x="301455" y="342675"/>
                    <a:pt x="332188" y="344187"/>
                    <a:pt x="344784" y="344187"/>
                  </a:cubicBezTo>
                  <a:cubicBezTo>
                    <a:pt x="348311" y="344187"/>
                    <a:pt x="354357" y="344187"/>
                    <a:pt x="354357" y="334614"/>
                  </a:cubicBezTo>
                  <a:cubicBezTo>
                    <a:pt x="354357" y="328568"/>
                    <a:pt x="349318" y="328568"/>
                    <a:pt x="345288" y="328568"/>
                  </a:cubicBezTo>
                  <a:cubicBezTo>
                    <a:pt x="311531" y="328065"/>
                    <a:pt x="310524" y="326553"/>
                    <a:pt x="301959" y="306400"/>
                  </a:cubicBezTo>
                  <a:cubicBezTo>
                    <a:pt x="282310" y="259544"/>
                    <a:pt x="248553" y="180948"/>
                    <a:pt x="236965" y="150718"/>
                  </a:cubicBezTo>
                  <a:cubicBezTo>
                    <a:pt x="271225" y="115451"/>
                    <a:pt x="324127" y="55495"/>
                    <a:pt x="340249" y="41388"/>
                  </a:cubicBezTo>
                  <a:cubicBezTo>
                    <a:pt x="354860" y="29297"/>
                    <a:pt x="374006" y="17205"/>
                    <a:pt x="404235" y="15693"/>
                  </a:cubicBezTo>
                  <a:cubicBezTo>
                    <a:pt x="410785" y="15189"/>
                    <a:pt x="415319" y="15189"/>
                    <a:pt x="415319" y="5617"/>
                  </a:cubicBezTo>
                  <a:cubicBezTo>
                    <a:pt x="415319" y="5113"/>
                    <a:pt x="415319" y="75"/>
                    <a:pt x="408770" y="75"/>
                  </a:cubicBezTo>
                  <a:cubicBezTo>
                    <a:pt x="393655" y="75"/>
                    <a:pt x="377029" y="1586"/>
                    <a:pt x="361410" y="1586"/>
                  </a:cubicBezTo>
                  <a:cubicBezTo>
                    <a:pt x="342769" y="1586"/>
                    <a:pt x="323623" y="75"/>
                    <a:pt x="305486" y="75"/>
                  </a:cubicBezTo>
                  <a:cubicBezTo>
                    <a:pt x="302463" y="75"/>
                    <a:pt x="295913" y="75"/>
                    <a:pt x="295913" y="10151"/>
                  </a:cubicBezTo>
                  <a:cubicBezTo>
                    <a:pt x="295913" y="13678"/>
                    <a:pt x="298432" y="15189"/>
                    <a:pt x="301959" y="15693"/>
                  </a:cubicBezTo>
                  <a:cubicBezTo>
                    <a:pt x="306493" y="16197"/>
                    <a:pt x="322112" y="17205"/>
                    <a:pt x="322112" y="31312"/>
                  </a:cubicBezTo>
                  <a:cubicBezTo>
                    <a:pt x="322112" y="38365"/>
                    <a:pt x="316570" y="44915"/>
                    <a:pt x="312539" y="49450"/>
                  </a:cubicBezTo>
                  <a:lnTo>
                    <a:pt x="230919" y="137115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Figura a mano libera 16">
              <a:extLst>
                <a:ext uri="{FF2B5EF4-FFF2-40B4-BE49-F238E27FC236}">
                  <a16:creationId xmlns:a16="http://schemas.microsoft.com/office/drawing/2014/main" id="{19A4DDB9-F547-2589-F388-062E93252C1F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1459885" y="6238726"/>
              <a:ext cx="163994" cy="159057"/>
            </a:xfrm>
            <a:custGeom>
              <a:avLst/>
              <a:gdLst>
                <a:gd name="csX0" fmla="*/ 66479 w 163994"/>
                <a:gd name="csY0" fmla="*/ 84366 h 159057"/>
                <a:gd name="csX1" fmla="*/ 75649 w 163994"/>
                <a:gd name="csY1" fmla="*/ 48746 h 159057"/>
                <a:gd name="csX2" fmla="*/ 97868 w 163994"/>
                <a:gd name="csY2" fmla="*/ 19826 h 159057"/>
                <a:gd name="csX3" fmla="*/ 126434 w 163994"/>
                <a:gd name="csY3" fmla="*/ 9951 h 159057"/>
                <a:gd name="csX4" fmla="*/ 145832 w 163994"/>
                <a:gd name="csY4" fmla="*/ 14889 h 159057"/>
                <a:gd name="csX5" fmla="*/ 130314 w 163994"/>
                <a:gd name="csY5" fmla="*/ 34286 h 159057"/>
                <a:gd name="csX6" fmla="*/ 144421 w 163994"/>
                <a:gd name="csY6" fmla="*/ 47335 h 159057"/>
                <a:gd name="csX7" fmla="*/ 164171 w 163994"/>
                <a:gd name="csY7" fmla="*/ 25822 h 159057"/>
                <a:gd name="csX8" fmla="*/ 126787 w 163994"/>
                <a:gd name="csY8" fmla="*/ 76 h 159057"/>
                <a:gd name="csX9" fmla="*/ 77060 w 163994"/>
                <a:gd name="csY9" fmla="*/ 25116 h 159057"/>
                <a:gd name="csX10" fmla="*/ 40734 w 163994"/>
                <a:gd name="csY10" fmla="*/ 76 h 159057"/>
                <a:gd name="csX11" fmla="*/ 13225 w 163994"/>
                <a:gd name="csY11" fmla="*/ 18063 h 159057"/>
                <a:gd name="csX12" fmla="*/ 176 w 163994"/>
                <a:gd name="csY12" fmla="*/ 54036 h 159057"/>
                <a:gd name="csX13" fmla="*/ 6172 w 163994"/>
                <a:gd name="csY13" fmla="*/ 58621 h 159057"/>
                <a:gd name="csX14" fmla="*/ 13930 w 163994"/>
                <a:gd name="csY14" fmla="*/ 48040 h 159057"/>
                <a:gd name="csX15" fmla="*/ 39676 w 163994"/>
                <a:gd name="csY15" fmla="*/ 9951 h 159057"/>
                <a:gd name="csX16" fmla="*/ 51314 w 163994"/>
                <a:gd name="csY16" fmla="*/ 27232 h 159057"/>
                <a:gd name="csX17" fmla="*/ 45671 w 163994"/>
                <a:gd name="csY17" fmla="*/ 56505 h 159057"/>
                <a:gd name="csX18" fmla="*/ 37913 w 163994"/>
                <a:gd name="csY18" fmla="*/ 88246 h 159057"/>
                <a:gd name="csX19" fmla="*/ 26627 w 163994"/>
                <a:gd name="csY19" fmla="*/ 133388 h 159057"/>
                <a:gd name="csX20" fmla="*/ 23100 w 163994"/>
                <a:gd name="csY20" fmla="*/ 147848 h 159057"/>
                <a:gd name="csX21" fmla="*/ 35091 w 163994"/>
                <a:gd name="csY21" fmla="*/ 159134 h 159057"/>
                <a:gd name="csX22" fmla="*/ 50256 w 163994"/>
                <a:gd name="csY22" fmla="*/ 148906 h 159057"/>
                <a:gd name="csX23" fmla="*/ 56957 w 163994"/>
                <a:gd name="csY23" fmla="*/ 122455 h 159057"/>
                <a:gd name="csX24" fmla="*/ 66479 w 163994"/>
                <a:gd name="csY24" fmla="*/ 84366 h 1590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63994" h="159057">
                  <a:moveTo>
                    <a:pt x="66479" y="84366"/>
                  </a:moveTo>
                  <a:cubicBezTo>
                    <a:pt x="66832" y="82250"/>
                    <a:pt x="74944" y="50509"/>
                    <a:pt x="75649" y="48746"/>
                  </a:cubicBezTo>
                  <a:cubicBezTo>
                    <a:pt x="76354" y="45924"/>
                    <a:pt x="86582" y="28290"/>
                    <a:pt x="97868" y="19826"/>
                  </a:cubicBezTo>
                  <a:cubicBezTo>
                    <a:pt x="101747" y="17005"/>
                    <a:pt x="111269" y="9951"/>
                    <a:pt x="126434" y="9951"/>
                  </a:cubicBezTo>
                  <a:cubicBezTo>
                    <a:pt x="129961" y="9951"/>
                    <a:pt x="138778" y="10304"/>
                    <a:pt x="145832" y="14889"/>
                  </a:cubicBezTo>
                  <a:cubicBezTo>
                    <a:pt x="134546" y="18063"/>
                    <a:pt x="130314" y="27938"/>
                    <a:pt x="130314" y="34286"/>
                  </a:cubicBezTo>
                  <a:cubicBezTo>
                    <a:pt x="130314" y="42045"/>
                    <a:pt x="136309" y="47335"/>
                    <a:pt x="144421" y="47335"/>
                  </a:cubicBezTo>
                  <a:cubicBezTo>
                    <a:pt x="152533" y="47335"/>
                    <a:pt x="164171" y="40634"/>
                    <a:pt x="164171" y="25822"/>
                  </a:cubicBezTo>
                  <a:cubicBezTo>
                    <a:pt x="164171" y="7482"/>
                    <a:pt x="144774" y="76"/>
                    <a:pt x="126787" y="76"/>
                  </a:cubicBezTo>
                  <a:cubicBezTo>
                    <a:pt x="108448" y="76"/>
                    <a:pt x="92577" y="7482"/>
                    <a:pt x="77060" y="25116"/>
                  </a:cubicBezTo>
                  <a:cubicBezTo>
                    <a:pt x="70711" y="3603"/>
                    <a:pt x="49198" y="76"/>
                    <a:pt x="40734" y="76"/>
                  </a:cubicBezTo>
                  <a:cubicBezTo>
                    <a:pt x="27685" y="76"/>
                    <a:pt x="18868" y="8188"/>
                    <a:pt x="13225" y="18063"/>
                  </a:cubicBezTo>
                  <a:cubicBezTo>
                    <a:pt x="5114" y="31817"/>
                    <a:pt x="176" y="52272"/>
                    <a:pt x="176" y="54036"/>
                  </a:cubicBezTo>
                  <a:cubicBezTo>
                    <a:pt x="176" y="58621"/>
                    <a:pt x="5114" y="58621"/>
                    <a:pt x="6172" y="58621"/>
                  </a:cubicBezTo>
                  <a:cubicBezTo>
                    <a:pt x="11109" y="58621"/>
                    <a:pt x="11462" y="57563"/>
                    <a:pt x="13930" y="48040"/>
                  </a:cubicBezTo>
                  <a:cubicBezTo>
                    <a:pt x="19221" y="26527"/>
                    <a:pt x="25921" y="9951"/>
                    <a:pt x="39676" y="9951"/>
                  </a:cubicBezTo>
                  <a:cubicBezTo>
                    <a:pt x="48846" y="9951"/>
                    <a:pt x="51314" y="17710"/>
                    <a:pt x="51314" y="27232"/>
                  </a:cubicBezTo>
                  <a:cubicBezTo>
                    <a:pt x="51314" y="33933"/>
                    <a:pt x="48140" y="46982"/>
                    <a:pt x="45671" y="56505"/>
                  </a:cubicBezTo>
                  <a:cubicBezTo>
                    <a:pt x="43203" y="66027"/>
                    <a:pt x="39676" y="80487"/>
                    <a:pt x="37913" y="88246"/>
                  </a:cubicBezTo>
                  <a:lnTo>
                    <a:pt x="26627" y="133388"/>
                  </a:lnTo>
                  <a:cubicBezTo>
                    <a:pt x="25216" y="137973"/>
                    <a:pt x="23100" y="146790"/>
                    <a:pt x="23100" y="147848"/>
                  </a:cubicBezTo>
                  <a:cubicBezTo>
                    <a:pt x="23100" y="155607"/>
                    <a:pt x="29448" y="159134"/>
                    <a:pt x="35091" y="159134"/>
                  </a:cubicBezTo>
                  <a:cubicBezTo>
                    <a:pt x="40381" y="159134"/>
                    <a:pt x="47435" y="155960"/>
                    <a:pt x="50256" y="148906"/>
                  </a:cubicBezTo>
                  <a:cubicBezTo>
                    <a:pt x="50962" y="146790"/>
                    <a:pt x="54841" y="131272"/>
                    <a:pt x="56957" y="122455"/>
                  </a:cubicBezTo>
                  <a:lnTo>
                    <a:pt x="66479" y="84366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Figura a mano libera 17">
              <a:extLst>
                <a:ext uri="{FF2B5EF4-FFF2-40B4-BE49-F238E27FC236}">
                  <a16:creationId xmlns:a16="http://schemas.microsoft.com/office/drawing/2014/main" id="{A8E4CB43-1A4B-6810-ABBE-9631201D77A1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1662738" y="6238726"/>
              <a:ext cx="179865" cy="159057"/>
            </a:xfrm>
            <a:custGeom>
              <a:avLst/>
              <a:gdLst>
                <a:gd name="csX0" fmla="*/ 127496 w 179865"/>
                <a:gd name="csY0" fmla="*/ 20884 h 159057"/>
                <a:gd name="csX1" fmla="*/ 91171 w 179865"/>
                <a:gd name="csY1" fmla="*/ 76 h 159057"/>
                <a:gd name="csX2" fmla="*/ 180 w 179865"/>
                <a:gd name="csY2" fmla="*/ 100589 h 159057"/>
                <a:gd name="csX3" fmla="*/ 53434 w 179865"/>
                <a:gd name="csY3" fmla="*/ 159134 h 159057"/>
                <a:gd name="csX4" fmla="*/ 103514 w 179865"/>
                <a:gd name="csY4" fmla="*/ 134446 h 159057"/>
                <a:gd name="csX5" fmla="*/ 139840 w 179865"/>
                <a:gd name="csY5" fmla="*/ 159134 h 159057"/>
                <a:gd name="csX6" fmla="*/ 167702 w 179865"/>
                <a:gd name="csY6" fmla="*/ 140442 h 159057"/>
                <a:gd name="csX7" fmla="*/ 180045 w 179865"/>
                <a:gd name="csY7" fmla="*/ 105174 h 159057"/>
                <a:gd name="csX8" fmla="*/ 174403 w 179865"/>
                <a:gd name="csY8" fmla="*/ 100589 h 159057"/>
                <a:gd name="csX9" fmla="*/ 166644 w 179865"/>
                <a:gd name="csY9" fmla="*/ 111522 h 159057"/>
                <a:gd name="csX10" fmla="*/ 140898 w 179865"/>
                <a:gd name="csY10" fmla="*/ 149259 h 159057"/>
                <a:gd name="csX11" fmla="*/ 129260 w 179865"/>
                <a:gd name="csY11" fmla="*/ 131977 h 159057"/>
                <a:gd name="csX12" fmla="*/ 134550 w 179865"/>
                <a:gd name="csY12" fmla="*/ 104116 h 159057"/>
                <a:gd name="csX13" fmla="*/ 142309 w 179865"/>
                <a:gd name="csY13" fmla="*/ 72375 h 159057"/>
                <a:gd name="csX14" fmla="*/ 149362 w 179865"/>
                <a:gd name="csY14" fmla="*/ 45572 h 159057"/>
                <a:gd name="csX15" fmla="*/ 155711 w 179865"/>
                <a:gd name="csY15" fmla="*/ 18063 h 159057"/>
                <a:gd name="csX16" fmla="*/ 143720 w 179865"/>
                <a:gd name="csY16" fmla="*/ 6777 h 159057"/>
                <a:gd name="csX17" fmla="*/ 127496 w 179865"/>
                <a:gd name="csY17" fmla="*/ 20884 h 159057"/>
                <a:gd name="csX18" fmla="*/ 104925 w 179865"/>
                <a:gd name="csY18" fmla="*/ 111522 h 159057"/>
                <a:gd name="csX19" fmla="*/ 86939 w 179865"/>
                <a:gd name="csY19" fmla="*/ 135152 h 159057"/>
                <a:gd name="csX20" fmla="*/ 54492 w 179865"/>
                <a:gd name="csY20" fmla="*/ 149259 h 159057"/>
                <a:gd name="csX21" fmla="*/ 28747 w 179865"/>
                <a:gd name="csY21" fmla="*/ 115049 h 159057"/>
                <a:gd name="csX22" fmla="*/ 47086 w 179865"/>
                <a:gd name="csY22" fmla="*/ 43455 h 159057"/>
                <a:gd name="csX23" fmla="*/ 91171 w 179865"/>
                <a:gd name="csY23" fmla="*/ 9951 h 159057"/>
                <a:gd name="csX24" fmla="*/ 122559 w 179865"/>
                <a:gd name="csY24" fmla="*/ 40634 h 159057"/>
                <a:gd name="csX25" fmla="*/ 121501 w 179865"/>
                <a:gd name="csY25" fmla="*/ 45572 h 159057"/>
                <a:gd name="csX26" fmla="*/ 104925 w 179865"/>
                <a:gd name="csY26" fmla="*/ 111522 h 1590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79865" h="159057">
                  <a:moveTo>
                    <a:pt x="127496" y="20884"/>
                  </a:moveTo>
                  <a:cubicBezTo>
                    <a:pt x="120090" y="9246"/>
                    <a:pt x="108099" y="76"/>
                    <a:pt x="91171" y="76"/>
                  </a:cubicBezTo>
                  <a:cubicBezTo>
                    <a:pt x="46028" y="76"/>
                    <a:pt x="180" y="49804"/>
                    <a:pt x="180" y="100589"/>
                  </a:cubicBezTo>
                  <a:cubicBezTo>
                    <a:pt x="180" y="134799"/>
                    <a:pt x="23104" y="159134"/>
                    <a:pt x="53434" y="159134"/>
                  </a:cubicBezTo>
                  <a:cubicBezTo>
                    <a:pt x="72479" y="159134"/>
                    <a:pt x="89407" y="148201"/>
                    <a:pt x="103514" y="134446"/>
                  </a:cubicBezTo>
                  <a:cubicBezTo>
                    <a:pt x="110215" y="155607"/>
                    <a:pt x="130671" y="159134"/>
                    <a:pt x="139840" y="159134"/>
                  </a:cubicBezTo>
                  <a:cubicBezTo>
                    <a:pt x="152537" y="159134"/>
                    <a:pt x="161353" y="151375"/>
                    <a:pt x="167702" y="140442"/>
                  </a:cubicBezTo>
                  <a:cubicBezTo>
                    <a:pt x="175461" y="126687"/>
                    <a:pt x="180045" y="106585"/>
                    <a:pt x="180045" y="105174"/>
                  </a:cubicBezTo>
                  <a:cubicBezTo>
                    <a:pt x="180045" y="100589"/>
                    <a:pt x="175461" y="100589"/>
                    <a:pt x="174403" y="100589"/>
                  </a:cubicBezTo>
                  <a:cubicBezTo>
                    <a:pt x="169465" y="100589"/>
                    <a:pt x="169112" y="102000"/>
                    <a:pt x="166644" y="111522"/>
                  </a:cubicBezTo>
                  <a:cubicBezTo>
                    <a:pt x="162411" y="128451"/>
                    <a:pt x="155711" y="149259"/>
                    <a:pt x="140898" y="149259"/>
                  </a:cubicBezTo>
                  <a:cubicBezTo>
                    <a:pt x="131729" y="149259"/>
                    <a:pt x="129260" y="141500"/>
                    <a:pt x="129260" y="131977"/>
                  </a:cubicBezTo>
                  <a:cubicBezTo>
                    <a:pt x="129260" y="125982"/>
                    <a:pt x="132081" y="113286"/>
                    <a:pt x="134550" y="104116"/>
                  </a:cubicBezTo>
                  <a:cubicBezTo>
                    <a:pt x="137019" y="94594"/>
                    <a:pt x="140545" y="80134"/>
                    <a:pt x="142309" y="72375"/>
                  </a:cubicBezTo>
                  <a:lnTo>
                    <a:pt x="149362" y="45572"/>
                  </a:lnTo>
                  <a:cubicBezTo>
                    <a:pt x="151479" y="36402"/>
                    <a:pt x="155711" y="19826"/>
                    <a:pt x="155711" y="18063"/>
                  </a:cubicBezTo>
                  <a:cubicBezTo>
                    <a:pt x="155711" y="10304"/>
                    <a:pt x="149362" y="6777"/>
                    <a:pt x="143720" y="6777"/>
                  </a:cubicBezTo>
                  <a:cubicBezTo>
                    <a:pt x="137724" y="6777"/>
                    <a:pt x="129613" y="11009"/>
                    <a:pt x="127496" y="20884"/>
                  </a:cubicBezTo>
                  <a:close/>
                  <a:moveTo>
                    <a:pt x="104925" y="111522"/>
                  </a:moveTo>
                  <a:cubicBezTo>
                    <a:pt x="102456" y="121397"/>
                    <a:pt x="94697" y="128451"/>
                    <a:pt x="86939" y="135152"/>
                  </a:cubicBezTo>
                  <a:cubicBezTo>
                    <a:pt x="83764" y="137973"/>
                    <a:pt x="69657" y="149259"/>
                    <a:pt x="54492" y="149259"/>
                  </a:cubicBezTo>
                  <a:cubicBezTo>
                    <a:pt x="41443" y="149259"/>
                    <a:pt x="28747" y="140089"/>
                    <a:pt x="28747" y="115049"/>
                  </a:cubicBezTo>
                  <a:cubicBezTo>
                    <a:pt x="28747" y="96357"/>
                    <a:pt x="38974" y="57563"/>
                    <a:pt x="47086" y="43455"/>
                  </a:cubicBezTo>
                  <a:cubicBezTo>
                    <a:pt x="63309" y="15241"/>
                    <a:pt x="81296" y="9951"/>
                    <a:pt x="91171" y="9951"/>
                  </a:cubicBezTo>
                  <a:cubicBezTo>
                    <a:pt x="115858" y="9951"/>
                    <a:pt x="122559" y="36755"/>
                    <a:pt x="122559" y="40634"/>
                  </a:cubicBezTo>
                  <a:cubicBezTo>
                    <a:pt x="122559" y="42045"/>
                    <a:pt x="121854" y="44514"/>
                    <a:pt x="121501" y="45572"/>
                  </a:cubicBezTo>
                  <a:lnTo>
                    <a:pt x="104925" y="111522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Figura a mano libera 18">
              <a:extLst>
                <a:ext uri="{FF2B5EF4-FFF2-40B4-BE49-F238E27FC236}">
                  <a16:creationId xmlns:a16="http://schemas.microsoft.com/office/drawing/2014/main" id="{2BB2AA88-1034-B525-0721-E47FB59C739F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1876342" y="6238373"/>
              <a:ext cx="258512" cy="159410"/>
            </a:xfrm>
            <a:custGeom>
              <a:avLst/>
              <a:gdLst>
                <a:gd name="csX0" fmla="*/ 169117 w 258512"/>
                <a:gd name="csY0" fmla="*/ 43455 h 159410"/>
                <a:gd name="csX1" fmla="*/ 175818 w 258512"/>
                <a:gd name="csY1" fmla="*/ 15241 h 159410"/>
                <a:gd name="csX2" fmla="*/ 164179 w 258512"/>
                <a:gd name="csY2" fmla="*/ 3956 h 159410"/>
                <a:gd name="csX3" fmla="*/ 149014 w 258512"/>
                <a:gd name="csY3" fmla="*/ 14183 h 159410"/>
                <a:gd name="csX4" fmla="*/ 141961 w 258512"/>
                <a:gd name="csY4" fmla="*/ 40634 h 159410"/>
                <a:gd name="csX5" fmla="*/ 131733 w 258512"/>
                <a:gd name="csY5" fmla="*/ 81192 h 159410"/>
                <a:gd name="csX6" fmla="*/ 126090 w 258512"/>
                <a:gd name="csY6" fmla="*/ 113638 h 159410"/>
                <a:gd name="csX7" fmla="*/ 116215 w 258512"/>
                <a:gd name="csY7" fmla="*/ 137973 h 159410"/>
                <a:gd name="csX8" fmla="*/ 92586 w 258512"/>
                <a:gd name="csY8" fmla="*/ 149611 h 159410"/>
                <a:gd name="csX9" fmla="*/ 60845 w 258512"/>
                <a:gd name="csY9" fmla="*/ 117165 h 159410"/>
                <a:gd name="csX10" fmla="*/ 77773 w 258512"/>
                <a:gd name="csY10" fmla="*/ 55094 h 159410"/>
                <a:gd name="csX11" fmla="*/ 85179 w 258512"/>
                <a:gd name="csY11" fmla="*/ 30406 h 159410"/>
                <a:gd name="csX12" fmla="*/ 51675 w 258512"/>
                <a:gd name="csY12" fmla="*/ 429 h 159410"/>
                <a:gd name="csX13" fmla="*/ 184 w 258512"/>
                <a:gd name="csY13" fmla="*/ 54389 h 159410"/>
                <a:gd name="csX14" fmla="*/ 6180 w 258512"/>
                <a:gd name="csY14" fmla="*/ 58973 h 159410"/>
                <a:gd name="csX15" fmla="*/ 12528 w 258512"/>
                <a:gd name="csY15" fmla="*/ 53330 h 159410"/>
                <a:gd name="csX16" fmla="*/ 50617 w 258512"/>
                <a:gd name="csY16" fmla="*/ 10304 h 159410"/>
                <a:gd name="csX17" fmla="*/ 59434 w 258512"/>
                <a:gd name="csY17" fmla="*/ 22648 h 159410"/>
                <a:gd name="csX18" fmla="*/ 54497 w 258512"/>
                <a:gd name="csY18" fmla="*/ 43103 h 159410"/>
                <a:gd name="csX19" fmla="*/ 34394 w 258512"/>
                <a:gd name="csY19" fmla="*/ 112580 h 159410"/>
                <a:gd name="csX20" fmla="*/ 91175 w 258512"/>
                <a:gd name="csY20" fmla="*/ 159486 h 159410"/>
                <a:gd name="csX21" fmla="*/ 131028 w 258512"/>
                <a:gd name="csY21" fmla="*/ 135857 h 159410"/>
                <a:gd name="csX22" fmla="*/ 180050 w 258512"/>
                <a:gd name="csY22" fmla="*/ 159486 h 159410"/>
                <a:gd name="csX23" fmla="*/ 234009 w 258512"/>
                <a:gd name="csY23" fmla="*/ 117870 h 159410"/>
                <a:gd name="csX24" fmla="*/ 258697 w 258512"/>
                <a:gd name="csY24" fmla="*/ 27938 h 159410"/>
                <a:gd name="csX25" fmla="*/ 241063 w 258512"/>
                <a:gd name="csY25" fmla="*/ 76 h 159410"/>
                <a:gd name="csX26" fmla="*/ 222018 w 258512"/>
                <a:gd name="csY26" fmla="*/ 18768 h 159410"/>
                <a:gd name="csX27" fmla="*/ 228014 w 258512"/>
                <a:gd name="csY27" fmla="*/ 29701 h 159410"/>
                <a:gd name="csX28" fmla="*/ 241063 w 258512"/>
                <a:gd name="csY28" fmla="*/ 57915 h 159410"/>
                <a:gd name="csX29" fmla="*/ 181460 w 258512"/>
                <a:gd name="csY29" fmla="*/ 149611 h 159410"/>
                <a:gd name="csX30" fmla="*/ 152894 w 258512"/>
                <a:gd name="csY30" fmla="*/ 118223 h 159410"/>
                <a:gd name="csX31" fmla="*/ 159242 w 258512"/>
                <a:gd name="csY31" fmla="*/ 82955 h 159410"/>
                <a:gd name="csX32" fmla="*/ 169117 w 258512"/>
                <a:gd name="csY32" fmla="*/ 43455 h 1594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258512" h="159410">
                  <a:moveTo>
                    <a:pt x="169117" y="43455"/>
                  </a:moveTo>
                  <a:cubicBezTo>
                    <a:pt x="171585" y="33933"/>
                    <a:pt x="175818" y="17005"/>
                    <a:pt x="175818" y="15241"/>
                  </a:cubicBezTo>
                  <a:cubicBezTo>
                    <a:pt x="175818" y="8188"/>
                    <a:pt x="170175" y="3956"/>
                    <a:pt x="164179" y="3956"/>
                  </a:cubicBezTo>
                  <a:cubicBezTo>
                    <a:pt x="157478" y="3956"/>
                    <a:pt x="151130" y="8188"/>
                    <a:pt x="149014" y="14183"/>
                  </a:cubicBezTo>
                  <a:cubicBezTo>
                    <a:pt x="147956" y="17005"/>
                    <a:pt x="144429" y="31817"/>
                    <a:pt x="141961" y="40634"/>
                  </a:cubicBezTo>
                  <a:cubicBezTo>
                    <a:pt x="137023" y="60737"/>
                    <a:pt x="137023" y="61442"/>
                    <a:pt x="131733" y="81192"/>
                  </a:cubicBezTo>
                  <a:cubicBezTo>
                    <a:pt x="127148" y="100589"/>
                    <a:pt x="126443" y="103411"/>
                    <a:pt x="126090" y="113638"/>
                  </a:cubicBezTo>
                  <a:cubicBezTo>
                    <a:pt x="127501" y="120692"/>
                    <a:pt x="124679" y="127393"/>
                    <a:pt x="116215" y="137973"/>
                  </a:cubicBezTo>
                  <a:cubicBezTo>
                    <a:pt x="111630" y="143616"/>
                    <a:pt x="104577" y="149611"/>
                    <a:pt x="92586" y="149611"/>
                  </a:cubicBezTo>
                  <a:cubicBezTo>
                    <a:pt x="78831" y="149611"/>
                    <a:pt x="60845" y="144674"/>
                    <a:pt x="60845" y="117165"/>
                  </a:cubicBezTo>
                  <a:cubicBezTo>
                    <a:pt x="60845" y="99178"/>
                    <a:pt x="70720" y="73080"/>
                    <a:pt x="77773" y="55094"/>
                  </a:cubicBezTo>
                  <a:cubicBezTo>
                    <a:pt x="83769" y="39576"/>
                    <a:pt x="85179" y="36402"/>
                    <a:pt x="85179" y="30406"/>
                  </a:cubicBezTo>
                  <a:cubicBezTo>
                    <a:pt x="85179" y="13478"/>
                    <a:pt x="70720" y="429"/>
                    <a:pt x="51675" y="429"/>
                  </a:cubicBezTo>
                  <a:cubicBezTo>
                    <a:pt x="16055" y="429"/>
                    <a:pt x="184" y="48393"/>
                    <a:pt x="184" y="54389"/>
                  </a:cubicBezTo>
                  <a:cubicBezTo>
                    <a:pt x="184" y="58973"/>
                    <a:pt x="5122" y="58973"/>
                    <a:pt x="6180" y="58973"/>
                  </a:cubicBezTo>
                  <a:cubicBezTo>
                    <a:pt x="11117" y="58973"/>
                    <a:pt x="11470" y="57210"/>
                    <a:pt x="12528" y="53330"/>
                  </a:cubicBezTo>
                  <a:cubicBezTo>
                    <a:pt x="21345" y="24058"/>
                    <a:pt x="36510" y="10304"/>
                    <a:pt x="50617" y="10304"/>
                  </a:cubicBezTo>
                  <a:cubicBezTo>
                    <a:pt x="56613" y="10304"/>
                    <a:pt x="59434" y="14183"/>
                    <a:pt x="59434" y="22648"/>
                  </a:cubicBezTo>
                  <a:cubicBezTo>
                    <a:pt x="59434" y="30759"/>
                    <a:pt x="56260" y="38518"/>
                    <a:pt x="54497" y="43103"/>
                  </a:cubicBezTo>
                  <a:cubicBezTo>
                    <a:pt x="34394" y="94594"/>
                    <a:pt x="34394" y="101647"/>
                    <a:pt x="34394" y="112580"/>
                  </a:cubicBezTo>
                  <a:cubicBezTo>
                    <a:pt x="34394" y="154196"/>
                    <a:pt x="72130" y="159486"/>
                    <a:pt x="91175" y="159486"/>
                  </a:cubicBezTo>
                  <a:cubicBezTo>
                    <a:pt x="97876" y="159486"/>
                    <a:pt x="115157" y="159486"/>
                    <a:pt x="131028" y="135857"/>
                  </a:cubicBezTo>
                  <a:cubicBezTo>
                    <a:pt x="139139" y="151727"/>
                    <a:pt x="158536" y="159486"/>
                    <a:pt x="180050" y="159486"/>
                  </a:cubicBezTo>
                  <a:cubicBezTo>
                    <a:pt x="211438" y="159486"/>
                    <a:pt x="226956" y="132330"/>
                    <a:pt x="234009" y="117870"/>
                  </a:cubicBezTo>
                  <a:cubicBezTo>
                    <a:pt x="249174" y="88246"/>
                    <a:pt x="258697" y="44161"/>
                    <a:pt x="258697" y="27938"/>
                  </a:cubicBezTo>
                  <a:cubicBezTo>
                    <a:pt x="258697" y="1487"/>
                    <a:pt x="243532" y="76"/>
                    <a:pt x="241063" y="76"/>
                  </a:cubicBezTo>
                  <a:cubicBezTo>
                    <a:pt x="231893" y="76"/>
                    <a:pt x="222018" y="9599"/>
                    <a:pt x="222018" y="18768"/>
                  </a:cubicBezTo>
                  <a:cubicBezTo>
                    <a:pt x="222018" y="24764"/>
                    <a:pt x="225545" y="27585"/>
                    <a:pt x="228014" y="29701"/>
                  </a:cubicBezTo>
                  <a:cubicBezTo>
                    <a:pt x="236478" y="36755"/>
                    <a:pt x="241063" y="46630"/>
                    <a:pt x="241063" y="57915"/>
                  </a:cubicBezTo>
                  <a:cubicBezTo>
                    <a:pt x="241063" y="62500"/>
                    <a:pt x="226250" y="149611"/>
                    <a:pt x="181460" y="149611"/>
                  </a:cubicBezTo>
                  <a:cubicBezTo>
                    <a:pt x="152894" y="149611"/>
                    <a:pt x="152894" y="124219"/>
                    <a:pt x="152894" y="118223"/>
                  </a:cubicBezTo>
                  <a:cubicBezTo>
                    <a:pt x="152894" y="108701"/>
                    <a:pt x="154304" y="103058"/>
                    <a:pt x="159242" y="82955"/>
                  </a:cubicBezTo>
                  <a:lnTo>
                    <a:pt x="169117" y="43455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Figura a mano libera 19">
              <a:extLst>
                <a:ext uri="{FF2B5EF4-FFF2-40B4-BE49-F238E27FC236}">
                  <a16:creationId xmlns:a16="http://schemas.microsoft.com/office/drawing/2014/main" id="{74B0185D-DFDB-0598-8809-4E4DCF6E2A5D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2235790" y="5940815"/>
              <a:ext cx="116887" cy="503824"/>
            </a:xfrm>
            <a:custGeom>
              <a:avLst/>
              <a:gdLst>
                <a:gd name="csX0" fmla="*/ 117078 w 116887"/>
                <a:gd name="csY0" fmla="*/ 498861 h 503824"/>
                <a:gd name="csX1" fmla="*/ 108513 w 116887"/>
                <a:gd name="csY1" fmla="*/ 487777 h 503824"/>
                <a:gd name="csX2" fmla="*/ 29413 w 116887"/>
                <a:gd name="csY2" fmla="*/ 251987 h 503824"/>
                <a:gd name="csX3" fmla="*/ 110528 w 116887"/>
                <a:gd name="csY3" fmla="*/ 13678 h 503824"/>
                <a:gd name="csX4" fmla="*/ 117078 w 116887"/>
                <a:gd name="csY4" fmla="*/ 5113 h 503824"/>
                <a:gd name="csX5" fmla="*/ 112040 w 116887"/>
                <a:gd name="csY5" fmla="*/ 75 h 503824"/>
                <a:gd name="csX6" fmla="*/ 31932 w 116887"/>
                <a:gd name="csY6" fmla="*/ 98321 h 503824"/>
                <a:gd name="csX7" fmla="*/ 191 w 116887"/>
                <a:gd name="csY7" fmla="*/ 251987 h 503824"/>
                <a:gd name="csX8" fmla="*/ 33443 w 116887"/>
                <a:gd name="csY8" fmla="*/ 409180 h 503824"/>
                <a:gd name="csX9" fmla="*/ 112040 w 116887"/>
                <a:gd name="csY9" fmla="*/ 503899 h 503824"/>
                <a:gd name="csX10" fmla="*/ 117078 w 116887"/>
                <a:gd name="csY10" fmla="*/ 498861 h 503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6887" h="503824">
                  <a:moveTo>
                    <a:pt x="117078" y="498861"/>
                  </a:moveTo>
                  <a:cubicBezTo>
                    <a:pt x="117078" y="497350"/>
                    <a:pt x="117078" y="496342"/>
                    <a:pt x="108513" y="487777"/>
                  </a:cubicBezTo>
                  <a:cubicBezTo>
                    <a:pt x="45535" y="424295"/>
                    <a:pt x="29413" y="329072"/>
                    <a:pt x="29413" y="251987"/>
                  </a:cubicBezTo>
                  <a:cubicBezTo>
                    <a:pt x="29413" y="164322"/>
                    <a:pt x="48558" y="76656"/>
                    <a:pt x="110528" y="13678"/>
                  </a:cubicBezTo>
                  <a:cubicBezTo>
                    <a:pt x="117078" y="7632"/>
                    <a:pt x="117078" y="6624"/>
                    <a:pt x="117078" y="5113"/>
                  </a:cubicBezTo>
                  <a:cubicBezTo>
                    <a:pt x="117078" y="1586"/>
                    <a:pt x="115063" y="75"/>
                    <a:pt x="112040" y="75"/>
                  </a:cubicBezTo>
                  <a:cubicBezTo>
                    <a:pt x="107002" y="75"/>
                    <a:pt x="61657" y="34335"/>
                    <a:pt x="31932" y="98321"/>
                  </a:cubicBezTo>
                  <a:cubicBezTo>
                    <a:pt x="6237" y="153741"/>
                    <a:pt x="191" y="209666"/>
                    <a:pt x="191" y="251987"/>
                  </a:cubicBezTo>
                  <a:cubicBezTo>
                    <a:pt x="191" y="291285"/>
                    <a:pt x="5733" y="352248"/>
                    <a:pt x="33443" y="409180"/>
                  </a:cubicBezTo>
                  <a:cubicBezTo>
                    <a:pt x="63673" y="471151"/>
                    <a:pt x="107002" y="503899"/>
                    <a:pt x="112040" y="503899"/>
                  </a:cubicBezTo>
                  <a:cubicBezTo>
                    <a:pt x="115063" y="503899"/>
                    <a:pt x="117078" y="502388"/>
                    <a:pt x="117078" y="498861"/>
                  </a:cubicBez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Figura a mano libera 20">
              <a:extLst>
                <a:ext uri="{FF2B5EF4-FFF2-40B4-BE49-F238E27FC236}">
                  <a16:creationId xmlns:a16="http://schemas.microsoft.com/office/drawing/2014/main" id="{5351B41A-4E8C-EAF7-7332-AEE2D1A45E75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2409554" y="5969029"/>
              <a:ext cx="228232" cy="355196"/>
            </a:xfrm>
            <a:custGeom>
              <a:avLst/>
              <a:gdLst>
                <a:gd name="csX0" fmla="*/ 117082 w 228232"/>
                <a:gd name="csY0" fmla="*/ 5617 h 355196"/>
                <a:gd name="csX1" fmla="*/ 110532 w 228232"/>
                <a:gd name="csY1" fmla="*/ 75 h 355196"/>
                <a:gd name="csX2" fmla="*/ 49066 w 228232"/>
                <a:gd name="csY2" fmla="*/ 5113 h 355196"/>
                <a:gd name="csX3" fmla="*/ 39493 w 228232"/>
                <a:gd name="csY3" fmla="*/ 15189 h 355196"/>
                <a:gd name="csX4" fmla="*/ 51585 w 228232"/>
                <a:gd name="csY4" fmla="*/ 21235 h 355196"/>
                <a:gd name="csX5" fmla="*/ 76776 w 228232"/>
                <a:gd name="csY5" fmla="*/ 29800 h 355196"/>
                <a:gd name="csX6" fmla="*/ 75265 w 228232"/>
                <a:gd name="csY6" fmla="*/ 39877 h 355196"/>
                <a:gd name="csX7" fmla="*/ 2210 w 228232"/>
                <a:gd name="csY7" fmla="*/ 330080 h 355196"/>
                <a:gd name="csX8" fmla="*/ 195 w 228232"/>
                <a:gd name="csY8" fmla="*/ 341164 h 355196"/>
                <a:gd name="csX9" fmla="*/ 14806 w 228232"/>
                <a:gd name="csY9" fmla="*/ 355271 h 355196"/>
                <a:gd name="csX10" fmla="*/ 31936 w 228232"/>
                <a:gd name="csY10" fmla="*/ 344691 h 355196"/>
                <a:gd name="csX11" fmla="*/ 60150 w 228232"/>
                <a:gd name="csY11" fmla="*/ 234353 h 355196"/>
                <a:gd name="csX12" fmla="*/ 118593 w 228232"/>
                <a:gd name="csY12" fmla="*/ 277178 h 355196"/>
                <a:gd name="csX13" fmla="*/ 117082 w 228232"/>
                <a:gd name="csY13" fmla="*/ 287759 h 355196"/>
                <a:gd name="csX14" fmla="*/ 115067 w 228232"/>
                <a:gd name="csY14" fmla="*/ 305392 h 355196"/>
                <a:gd name="csX15" fmla="*/ 161419 w 228232"/>
                <a:gd name="csY15" fmla="*/ 355271 h 355196"/>
                <a:gd name="csX16" fmla="*/ 201221 w 228232"/>
                <a:gd name="csY16" fmla="*/ 328568 h 355196"/>
                <a:gd name="csX17" fmla="*/ 219358 w 228232"/>
                <a:gd name="csY17" fmla="*/ 277682 h 355196"/>
                <a:gd name="csX18" fmla="*/ 213312 w 228232"/>
                <a:gd name="csY18" fmla="*/ 272644 h 355196"/>
                <a:gd name="csX19" fmla="*/ 206259 w 228232"/>
                <a:gd name="csY19" fmla="*/ 281713 h 355196"/>
                <a:gd name="csX20" fmla="*/ 162426 w 228232"/>
                <a:gd name="csY20" fmla="*/ 344187 h 355196"/>
                <a:gd name="csX21" fmla="*/ 146304 w 228232"/>
                <a:gd name="csY21" fmla="*/ 320507 h 355196"/>
                <a:gd name="csX22" fmla="*/ 150334 w 228232"/>
                <a:gd name="csY22" fmla="*/ 292293 h 355196"/>
                <a:gd name="csX23" fmla="*/ 152350 w 228232"/>
                <a:gd name="csY23" fmla="*/ 276674 h 355196"/>
                <a:gd name="csX24" fmla="*/ 77784 w 228232"/>
                <a:gd name="csY24" fmla="*/ 223773 h 355196"/>
                <a:gd name="csX25" fmla="*/ 121113 w 228232"/>
                <a:gd name="csY25" fmla="*/ 186490 h 355196"/>
                <a:gd name="csX26" fmla="*/ 193159 w 228232"/>
                <a:gd name="csY26" fmla="*/ 138123 h 355196"/>
                <a:gd name="csX27" fmla="*/ 197694 w 228232"/>
                <a:gd name="csY27" fmla="*/ 138626 h 355196"/>
                <a:gd name="csX28" fmla="*/ 208274 w 228232"/>
                <a:gd name="csY28" fmla="*/ 142657 h 355196"/>
                <a:gd name="csX29" fmla="*/ 210289 w 228232"/>
                <a:gd name="csY29" fmla="*/ 144672 h 355196"/>
                <a:gd name="csX30" fmla="*/ 181572 w 228232"/>
                <a:gd name="csY30" fmla="*/ 171879 h 355196"/>
                <a:gd name="csX31" fmla="*/ 200717 w 228232"/>
                <a:gd name="csY31" fmla="*/ 189513 h 355196"/>
                <a:gd name="csX32" fmla="*/ 228427 w 228232"/>
                <a:gd name="csY32" fmla="*/ 158779 h 355196"/>
                <a:gd name="csX33" fmla="*/ 194167 w 228232"/>
                <a:gd name="csY33" fmla="*/ 127038 h 355196"/>
                <a:gd name="csX34" fmla="*/ 120609 w 228232"/>
                <a:gd name="csY34" fmla="*/ 171375 h 355196"/>
                <a:gd name="csX35" fmla="*/ 64684 w 228232"/>
                <a:gd name="csY35" fmla="*/ 218231 h 355196"/>
                <a:gd name="csX36" fmla="*/ 117082 w 228232"/>
                <a:gd name="csY36" fmla="*/ 5617 h 3551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228232" h="355196">
                  <a:moveTo>
                    <a:pt x="117082" y="5617"/>
                  </a:moveTo>
                  <a:cubicBezTo>
                    <a:pt x="117082" y="5113"/>
                    <a:pt x="117082" y="75"/>
                    <a:pt x="110532" y="75"/>
                  </a:cubicBezTo>
                  <a:cubicBezTo>
                    <a:pt x="98944" y="75"/>
                    <a:pt x="62165" y="4105"/>
                    <a:pt x="49066" y="5113"/>
                  </a:cubicBezTo>
                  <a:cubicBezTo>
                    <a:pt x="45035" y="5617"/>
                    <a:pt x="39493" y="6121"/>
                    <a:pt x="39493" y="15189"/>
                  </a:cubicBezTo>
                  <a:cubicBezTo>
                    <a:pt x="39493" y="21235"/>
                    <a:pt x="44027" y="21235"/>
                    <a:pt x="51585" y="21235"/>
                  </a:cubicBezTo>
                  <a:cubicBezTo>
                    <a:pt x="75768" y="21235"/>
                    <a:pt x="76776" y="24762"/>
                    <a:pt x="76776" y="29800"/>
                  </a:cubicBezTo>
                  <a:lnTo>
                    <a:pt x="75265" y="39877"/>
                  </a:lnTo>
                  <a:lnTo>
                    <a:pt x="2210" y="330080"/>
                  </a:lnTo>
                  <a:cubicBezTo>
                    <a:pt x="195" y="337133"/>
                    <a:pt x="195" y="338141"/>
                    <a:pt x="195" y="341164"/>
                  </a:cubicBezTo>
                  <a:cubicBezTo>
                    <a:pt x="195" y="352752"/>
                    <a:pt x="10271" y="355271"/>
                    <a:pt x="14806" y="355271"/>
                  </a:cubicBezTo>
                  <a:cubicBezTo>
                    <a:pt x="21355" y="355271"/>
                    <a:pt x="28913" y="350737"/>
                    <a:pt x="31936" y="344691"/>
                  </a:cubicBezTo>
                  <a:cubicBezTo>
                    <a:pt x="34455" y="340156"/>
                    <a:pt x="57127" y="246949"/>
                    <a:pt x="60150" y="234353"/>
                  </a:cubicBezTo>
                  <a:cubicBezTo>
                    <a:pt x="77280" y="235865"/>
                    <a:pt x="118593" y="243926"/>
                    <a:pt x="118593" y="277178"/>
                  </a:cubicBezTo>
                  <a:cubicBezTo>
                    <a:pt x="118593" y="280705"/>
                    <a:pt x="118593" y="282720"/>
                    <a:pt x="117082" y="287759"/>
                  </a:cubicBezTo>
                  <a:cubicBezTo>
                    <a:pt x="116074" y="293804"/>
                    <a:pt x="115067" y="299850"/>
                    <a:pt x="115067" y="305392"/>
                  </a:cubicBezTo>
                  <a:cubicBezTo>
                    <a:pt x="115067" y="335118"/>
                    <a:pt x="135220" y="355271"/>
                    <a:pt x="161419" y="355271"/>
                  </a:cubicBezTo>
                  <a:cubicBezTo>
                    <a:pt x="176533" y="355271"/>
                    <a:pt x="190137" y="347210"/>
                    <a:pt x="201221" y="328568"/>
                  </a:cubicBezTo>
                  <a:cubicBezTo>
                    <a:pt x="213816" y="306400"/>
                    <a:pt x="219358" y="278690"/>
                    <a:pt x="219358" y="277682"/>
                  </a:cubicBezTo>
                  <a:cubicBezTo>
                    <a:pt x="219358" y="272644"/>
                    <a:pt x="214824" y="272644"/>
                    <a:pt x="213312" y="272644"/>
                  </a:cubicBezTo>
                  <a:cubicBezTo>
                    <a:pt x="208274" y="272644"/>
                    <a:pt x="207770" y="274659"/>
                    <a:pt x="206259" y="281713"/>
                  </a:cubicBezTo>
                  <a:cubicBezTo>
                    <a:pt x="196182" y="318492"/>
                    <a:pt x="184594" y="344187"/>
                    <a:pt x="162426" y="344187"/>
                  </a:cubicBezTo>
                  <a:cubicBezTo>
                    <a:pt x="152853" y="344187"/>
                    <a:pt x="146304" y="338645"/>
                    <a:pt x="146304" y="320507"/>
                  </a:cubicBezTo>
                  <a:cubicBezTo>
                    <a:pt x="146304" y="311942"/>
                    <a:pt x="148319" y="300354"/>
                    <a:pt x="150334" y="292293"/>
                  </a:cubicBezTo>
                  <a:cubicBezTo>
                    <a:pt x="152350" y="283728"/>
                    <a:pt x="152350" y="281713"/>
                    <a:pt x="152350" y="276674"/>
                  </a:cubicBezTo>
                  <a:cubicBezTo>
                    <a:pt x="152350" y="243926"/>
                    <a:pt x="120609" y="229315"/>
                    <a:pt x="77784" y="223773"/>
                  </a:cubicBezTo>
                  <a:cubicBezTo>
                    <a:pt x="93402" y="214704"/>
                    <a:pt x="109525" y="198582"/>
                    <a:pt x="121113" y="186490"/>
                  </a:cubicBezTo>
                  <a:cubicBezTo>
                    <a:pt x="145296" y="159787"/>
                    <a:pt x="168472" y="138123"/>
                    <a:pt x="193159" y="138123"/>
                  </a:cubicBezTo>
                  <a:cubicBezTo>
                    <a:pt x="196182" y="138123"/>
                    <a:pt x="196686" y="138123"/>
                    <a:pt x="197694" y="138626"/>
                  </a:cubicBezTo>
                  <a:cubicBezTo>
                    <a:pt x="203740" y="139634"/>
                    <a:pt x="204244" y="139634"/>
                    <a:pt x="208274" y="142657"/>
                  </a:cubicBezTo>
                  <a:cubicBezTo>
                    <a:pt x="209282" y="143161"/>
                    <a:pt x="209282" y="143665"/>
                    <a:pt x="210289" y="144672"/>
                  </a:cubicBezTo>
                  <a:cubicBezTo>
                    <a:pt x="186106" y="146184"/>
                    <a:pt x="181572" y="165833"/>
                    <a:pt x="181572" y="171879"/>
                  </a:cubicBezTo>
                  <a:cubicBezTo>
                    <a:pt x="181572" y="179940"/>
                    <a:pt x="187114" y="189513"/>
                    <a:pt x="200717" y="189513"/>
                  </a:cubicBezTo>
                  <a:cubicBezTo>
                    <a:pt x="213816" y="189513"/>
                    <a:pt x="228427" y="178429"/>
                    <a:pt x="228427" y="158779"/>
                  </a:cubicBezTo>
                  <a:cubicBezTo>
                    <a:pt x="228427" y="143665"/>
                    <a:pt x="216839" y="127038"/>
                    <a:pt x="194167" y="127038"/>
                  </a:cubicBezTo>
                  <a:cubicBezTo>
                    <a:pt x="180060" y="127038"/>
                    <a:pt x="156884" y="131069"/>
                    <a:pt x="120609" y="171375"/>
                  </a:cubicBezTo>
                  <a:cubicBezTo>
                    <a:pt x="103479" y="190520"/>
                    <a:pt x="83829" y="210673"/>
                    <a:pt x="64684" y="218231"/>
                  </a:cubicBezTo>
                  <a:lnTo>
                    <a:pt x="117082" y="5617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Figura a mano libera 21">
              <a:extLst>
                <a:ext uri="{FF2B5EF4-FFF2-40B4-BE49-F238E27FC236}">
                  <a16:creationId xmlns:a16="http://schemas.microsoft.com/office/drawing/2014/main" id="{D16C8136-10B9-F9A9-7254-CC3C1B5EB526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2688715" y="5940815"/>
              <a:ext cx="116887" cy="503824"/>
            </a:xfrm>
            <a:custGeom>
              <a:avLst/>
              <a:gdLst>
                <a:gd name="csX0" fmla="*/ 117087 w 116887"/>
                <a:gd name="csY0" fmla="*/ 251987 h 503824"/>
                <a:gd name="csX1" fmla="*/ 83835 w 116887"/>
                <a:gd name="csY1" fmla="*/ 94794 h 503824"/>
                <a:gd name="csX2" fmla="*/ 5238 w 116887"/>
                <a:gd name="csY2" fmla="*/ 75 h 503824"/>
                <a:gd name="csX3" fmla="*/ 200 w 116887"/>
                <a:gd name="csY3" fmla="*/ 5113 h 503824"/>
                <a:gd name="csX4" fmla="*/ 9773 w 116887"/>
                <a:gd name="csY4" fmla="*/ 16701 h 503824"/>
                <a:gd name="csX5" fmla="*/ 87866 w 116887"/>
                <a:gd name="csY5" fmla="*/ 251987 h 503824"/>
                <a:gd name="csX6" fmla="*/ 6750 w 116887"/>
                <a:gd name="csY6" fmla="*/ 490296 h 503824"/>
                <a:gd name="csX7" fmla="*/ 200 w 116887"/>
                <a:gd name="csY7" fmla="*/ 498861 h 503824"/>
                <a:gd name="csX8" fmla="*/ 5238 w 116887"/>
                <a:gd name="csY8" fmla="*/ 503899 h 503824"/>
                <a:gd name="csX9" fmla="*/ 85347 w 116887"/>
                <a:gd name="csY9" fmla="*/ 405653 h 503824"/>
                <a:gd name="csX10" fmla="*/ 117087 w 116887"/>
                <a:gd name="csY10" fmla="*/ 251987 h 503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6887" h="503824">
                  <a:moveTo>
                    <a:pt x="117087" y="251987"/>
                  </a:moveTo>
                  <a:cubicBezTo>
                    <a:pt x="117087" y="212689"/>
                    <a:pt x="111545" y="151726"/>
                    <a:pt x="83835" y="94794"/>
                  </a:cubicBezTo>
                  <a:cubicBezTo>
                    <a:pt x="53606" y="32823"/>
                    <a:pt x="10277" y="75"/>
                    <a:pt x="5238" y="75"/>
                  </a:cubicBezTo>
                  <a:cubicBezTo>
                    <a:pt x="2215" y="75"/>
                    <a:pt x="200" y="2090"/>
                    <a:pt x="200" y="5113"/>
                  </a:cubicBezTo>
                  <a:cubicBezTo>
                    <a:pt x="200" y="6624"/>
                    <a:pt x="200" y="7632"/>
                    <a:pt x="9773" y="16701"/>
                  </a:cubicBezTo>
                  <a:cubicBezTo>
                    <a:pt x="59148" y="66580"/>
                    <a:pt x="87866" y="146688"/>
                    <a:pt x="87866" y="251987"/>
                  </a:cubicBezTo>
                  <a:cubicBezTo>
                    <a:pt x="87866" y="338141"/>
                    <a:pt x="69224" y="426814"/>
                    <a:pt x="6750" y="490296"/>
                  </a:cubicBezTo>
                  <a:cubicBezTo>
                    <a:pt x="200" y="496342"/>
                    <a:pt x="200" y="497350"/>
                    <a:pt x="200" y="498861"/>
                  </a:cubicBezTo>
                  <a:cubicBezTo>
                    <a:pt x="200" y="501884"/>
                    <a:pt x="2215" y="503899"/>
                    <a:pt x="5238" y="503899"/>
                  </a:cubicBezTo>
                  <a:cubicBezTo>
                    <a:pt x="10277" y="503899"/>
                    <a:pt x="55621" y="469639"/>
                    <a:pt x="85347" y="405653"/>
                  </a:cubicBezTo>
                  <a:cubicBezTo>
                    <a:pt x="111042" y="350233"/>
                    <a:pt x="117087" y="294308"/>
                    <a:pt x="117087" y="251987"/>
                  </a:cubicBez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Figura a mano libera 22">
              <a:extLst>
                <a:ext uri="{FF2B5EF4-FFF2-40B4-BE49-F238E27FC236}">
                  <a16:creationId xmlns:a16="http://schemas.microsoft.com/office/drawing/2014/main" id="{F320CD7A-3EF6-43C4-5C64-77E071926CBD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2899259" y="6265278"/>
              <a:ext cx="58947" cy="150643"/>
            </a:xfrm>
            <a:custGeom>
              <a:avLst/>
              <a:gdLst>
                <a:gd name="csX0" fmla="*/ 59151 w 58947"/>
                <a:gd name="csY0" fmla="*/ 52976 h 150643"/>
                <a:gd name="csX1" fmla="*/ 26907 w 58947"/>
                <a:gd name="csY1" fmla="*/ 75 h 150643"/>
                <a:gd name="csX2" fmla="*/ 204 w 58947"/>
                <a:gd name="csY2" fmla="*/ 26777 h 150643"/>
                <a:gd name="csX3" fmla="*/ 26907 w 58947"/>
                <a:gd name="csY3" fmla="*/ 53480 h 150643"/>
                <a:gd name="csX4" fmla="*/ 44541 w 58947"/>
                <a:gd name="csY4" fmla="*/ 46930 h 150643"/>
                <a:gd name="csX5" fmla="*/ 47060 w 58947"/>
                <a:gd name="csY5" fmla="*/ 45419 h 150643"/>
                <a:gd name="csX6" fmla="*/ 48067 w 58947"/>
                <a:gd name="csY6" fmla="*/ 52976 h 150643"/>
                <a:gd name="csX7" fmla="*/ 13807 w 58947"/>
                <a:gd name="csY7" fmla="*/ 137115 h 150643"/>
                <a:gd name="csX8" fmla="*/ 8265 w 58947"/>
                <a:gd name="csY8" fmla="*/ 145176 h 150643"/>
                <a:gd name="csX9" fmla="*/ 13303 w 58947"/>
                <a:gd name="csY9" fmla="*/ 150718 h 150643"/>
                <a:gd name="csX10" fmla="*/ 59151 w 58947"/>
                <a:gd name="csY10" fmla="*/ 52976 h 1506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947" h="150643">
                  <a:moveTo>
                    <a:pt x="59151" y="52976"/>
                  </a:moveTo>
                  <a:cubicBezTo>
                    <a:pt x="59151" y="19724"/>
                    <a:pt x="46556" y="75"/>
                    <a:pt x="26907" y="75"/>
                  </a:cubicBezTo>
                  <a:cubicBezTo>
                    <a:pt x="10280" y="75"/>
                    <a:pt x="204" y="12670"/>
                    <a:pt x="204" y="26777"/>
                  </a:cubicBezTo>
                  <a:cubicBezTo>
                    <a:pt x="204" y="40381"/>
                    <a:pt x="10280" y="53480"/>
                    <a:pt x="26907" y="53480"/>
                  </a:cubicBezTo>
                  <a:cubicBezTo>
                    <a:pt x="32953" y="53480"/>
                    <a:pt x="39502" y="51465"/>
                    <a:pt x="44541" y="46930"/>
                  </a:cubicBezTo>
                  <a:cubicBezTo>
                    <a:pt x="46052" y="45923"/>
                    <a:pt x="46556" y="45419"/>
                    <a:pt x="47060" y="45419"/>
                  </a:cubicBezTo>
                  <a:cubicBezTo>
                    <a:pt x="47564" y="45419"/>
                    <a:pt x="48067" y="45923"/>
                    <a:pt x="48067" y="52976"/>
                  </a:cubicBezTo>
                  <a:cubicBezTo>
                    <a:pt x="48067" y="90259"/>
                    <a:pt x="30433" y="120489"/>
                    <a:pt x="13807" y="137115"/>
                  </a:cubicBezTo>
                  <a:cubicBezTo>
                    <a:pt x="8265" y="142657"/>
                    <a:pt x="8265" y="143665"/>
                    <a:pt x="8265" y="145176"/>
                  </a:cubicBezTo>
                  <a:cubicBezTo>
                    <a:pt x="8265" y="148703"/>
                    <a:pt x="10784" y="150718"/>
                    <a:pt x="13303" y="150718"/>
                  </a:cubicBezTo>
                  <a:cubicBezTo>
                    <a:pt x="18846" y="150718"/>
                    <a:pt x="59151" y="111924"/>
                    <a:pt x="59151" y="52976"/>
                  </a:cubicBez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Figura a mano libera 23">
              <a:extLst>
                <a:ext uri="{FF2B5EF4-FFF2-40B4-BE49-F238E27FC236}">
                  <a16:creationId xmlns:a16="http://schemas.microsoft.com/office/drawing/2014/main" id="{84C31652-E0A0-355C-8A7F-BBE8D9C5F7DB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3233401" y="5974571"/>
              <a:ext cx="415151" cy="344112"/>
            </a:xfrm>
            <a:custGeom>
              <a:avLst/>
              <a:gdLst>
                <a:gd name="csX0" fmla="*/ 230963 w 415151"/>
                <a:gd name="csY0" fmla="*/ 137115 h 344112"/>
                <a:gd name="csX1" fmla="*/ 188642 w 415151"/>
                <a:gd name="csY1" fmla="*/ 36854 h 344112"/>
                <a:gd name="csX2" fmla="*/ 186122 w 415151"/>
                <a:gd name="csY2" fmla="*/ 30304 h 344112"/>
                <a:gd name="csX3" fmla="*/ 215848 w 415151"/>
                <a:gd name="csY3" fmla="*/ 15693 h 344112"/>
                <a:gd name="csX4" fmla="*/ 225925 w 415151"/>
                <a:gd name="csY4" fmla="*/ 6121 h 344112"/>
                <a:gd name="csX5" fmla="*/ 218367 w 415151"/>
                <a:gd name="csY5" fmla="*/ 75 h 344112"/>
                <a:gd name="csX6" fmla="*/ 154885 w 415151"/>
                <a:gd name="csY6" fmla="*/ 1586 h 344112"/>
                <a:gd name="csX7" fmla="*/ 98457 w 415151"/>
                <a:gd name="csY7" fmla="*/ 75 h 344112"/>
                <a:gd name="csX8" fmla="*/ 89388 w 415151"/>
                <a:gd name="csY8" fmla="*/ 10151 h 344112"/>
                <a:gd name="csX9" fmla="*/ 100976 w 415151"/>
                <a:gd name="csY9" fmla="*/ 15693 h 344112"/>
                <a:gd name="csX10" fmla="*/ 138763 w 415151"/>
                <a:gd name="csY10" fmla="*/ 31816 h 344112"/>
                <a:gd name="csX11" fmla="*/ 198214 w 415151"/>
                <a:gd name="csY11" fmla="*/ 172383 h 344112"/>
                <a:gd name="csX12" fmla="*/ 91907 w 415151"/>
                <a:gd name="csY12" fmla="*/ 286751 h 344112"/>
                <a:gd name="csX13" fmla="*/ 85358 w 415151"/>
                <a:gd name="csY13" fmla="*/ 292293 h 344112"/>
                <a:gd name="csX14" fmla="*/ 11295 w 415151"/>
                <a:gd name="csY14" fmla="*/ 328568 h 344112"/>
                <a:gd name="csX15" fmla="*/ 211 w 415151"/>
                <a:gd name="csY15" fmla="*/ 338645 h 344112"/>
                <a:gd name="csX16" fmla="*/ 6761 w 415151"/>
                <a:gd name="csY16" fmla="*/ 344187 h 344112"/>
                <a:gd name="csX17" fmla="*/ 54120 w 415151"/>
                <a:gd name="csY17" fmla="*/ 342675 h 344112"/>
                <a:gd name="csX18" fmla="*/ 110549 w 415151"/>
                <a:gd name="csY18" fmla="*/ 344187 h 344112"/>
                <a:gd name="csX19" fmla="*/ 119618 w 415151"/>
                <a:gd name="csY19" fmla="*/ 334110 h 344112"/>
                <a:gd name="csX20" fmla="*/ 113572 w 415151"/>
                <a:gd name="csY20" fmla="*/ 328568 h 344112"/>
                <a:gd name="csX21" fmla="*/ 93419 w 415151"/>
                <a:gd name="csY21" fmla="*/ 312950 h 344112"/>
                <a:gd name="csX22" fmla="*/ 107022 w 415151"/>
                <a:gd name="csY22" fmla="*/ 290278 h 344112"/>
                <a:gd name="csX23" fmla="*/ 158412 w 415151"/>
                <a:gd name="csY23" fmla="*/ 235865 h 344112"/>
                <a:gd name="csX24" fmla="*/ 203756 w 415151"/>
                <a:gd name="csY24" fmla="*/ 186490 h 344112"/>
                <a:gd name="csX25" fmla="*/ 254643 w 415151"/>
                <a:gd name="csY25" fmla="*/ 306904 h 344112"/>
                <a:gd name="csX26" fmla="*/ 257162 w 415151"/>
                <a:gd name="csY26" fmla="*/ 313957 h 344112"/>
                <a:gd name="csX27" fmla="*/ 227940 w 415151"/>
                <a:gd name="csY27" fmla="*/ 328568 h 344112"/>
                <a:gd name="csX28" fmla="*/ 217863 w 415151"/>
                <a:gd name="csY28" fmla="*/ 338141 h 344112"/>
                <a:gd name="csX29" fmla="*/ 225421 w 415151"/>
                <a:gd name="csY29" fmla="*/ 344187 h 344112"/>
                <a:gd name="csX30" fmla="*/ 288903 w 415151"/>
                <a:gd name="csY30" fmla="*/ 342675 h 344112"/>
                <a:gd name="csX31" fmla="*/ 344827 w 415151"/>
                <a:gd name="csY31" fmla="*/ 344187 h 344112"/>
                <a:gd name="csX32" fmla="*/ 354400 w 415151"/>
                <a:gd name="csY32" fmla="*/ 334614 h 344112"/>
                <a:gd name="csX33" fmla="*/ 345331 w 415151"/>
                <a:gd name="csY33" fmla="*/ 328568 h 344112"/>
                <a:gd name="csX34" fmla="*/ 302002 w 415151"/>
                <a:gd name="csY34" fmla="*/ 306400 h 344112"/>
                <a:gd name="csX35" fmla="*/ 237009 w 415151"/>
                <a:gd name="csY35" fmla="*/ 150718 h 344112"/>
                <a:gd name="csX36" fmla="*/ 340293 w 415151"/>
                <a:gd name="csY36" fmla="*/ 41388 h 344112"/>
                <a:gd name="csX37" fmla="*/ 404279 w 415151"/>
                <a:gd name="csY37" fmla="*/ 15693 h 344112"/>
                <a:gd name="csX38" fmla="*/ 415363 w 415151"/>
                <a:gd name="csY38" fmla="*/ 5617 h 344112"/>
                <a:gd name="csX39" fmla="*/ 408813 w 415151"/>
                <a:gd name="csY39" fmla="*/ 75 h 344112"/>
                <a:gd name="csX40" fmla="*/ 361453 w 415151"/>
                <a:gd name="csY40" fmla="*/ 1586 h 344112"/>
                <a:gd name="csX41" fmla="*/ 305529 w 415151"/>
                <a:gd name="csY41" fmla="*/ 75 h 344112"/>
                <a:gd name="csX42" fmla="*/ 295956 w 415151"/>
                <a:gd name="csY42" fmla="*/ 10151 h 344112"/>
                <a:gd name="csX43" fmla="*/ 302002 w 415151"/>
                <a:gd name="csY43" fmla="*/ 15693 h 344112"/>
                <a:gd name="csX44" fmla="*/ 322155 w 415151"/>
                <a:gd name="csY44" fmla="*/ 31312 h 344112"/>
                <a:gd name="csX45" fmla="*/ 312582 w 415151"/>
                <a:gd name="csY45" fmla="*/ 49450 h 344112"/>
                <a:gd name="csX46" fmla="*/ 230963 w 415151"/>
                <a:gd name="csY46" fmla="*/ 137115 h 3441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415151" h="344112">
                  <a:moveTo>
                    <a:pt x="230963" y="137115"/>
                  </a:moveTo>
                  <a:lnTo>
                    <a:pt x="188642" y="36854"/>
                  </a:lnTo>
                  <a:cubicBezTo>
                    <a:pt x="187130" y="32823"/>
                    <a:pt x="186122" y="30808"/>
                    <a:pt x="186122" y="30304"/>
                  </a:cubicBezTo>
                  <a:cubicBezTo>
                    <a:pt x="186122" y="27281"/>
                    <a:pt x="194688" y="17709"/>
                    <a:pt x="215848" y="15693"/>
                  </a:cubicBezTo>
                  <a:cubicBezTo>
                    <a:pt x="220886" y="15189"/>
                    <a:pt x="225925" y="14686"/>
                    <a:pt x="225925" y="6121"/>
                  </a:cubicBezTo>
                  <a:cubicBezTo>
                    <a:pt x="225925" y="75"/>
                    <a:pt x="219879" y="75"/>
                    <a:pt x="218367" y="75"/>
                  </a:cubicBezTo>
                  <a:cubicBezTo>
                    <a:pt x="197710" y="75"/>
                    <a:pt x="176046" y="1586"/>
                    <a:pt x="154885" y="1586"/>
                  </a:cubicBezTo>
                  <a:cubicBezTo>
                    <a:pt x="142290" y="1586"/>
                    <a:pt x="111053" y="75"/>
                    <a:pt x="98457" y="75"/>
                  </a:cubicBezTo>
                  <a:cubicBezTo>
                    <a:pt x="95434" y="75"/>
                    <a:pt x="89388" y="75"/>
                    <a:pt x="89388" y="10151"/>
                  </a:cubicBezTo>
                  <a:cubicBezTo>
                    <a:pt x="89388" y="15693"/>
                    <a:pt x="94426" y="15693"/>
                    <a:pt x="100976" y="15693"/>
                  </a:cubicBezTo>
                  <a:cubicBezTo>
                    <a:pt x="131206" y="15693"/>
                    <a:pt x="134229" y="20732"/>
                    <a:pt x="138763" y="31816"/>
                  </a:cubicBezTo>
                  <a:lnTo>
                    <a:pt x="198214" y="172383"/>
                  </a:lnTo>
                  <a:lnTo>
                    <a:pt x="91907" y="286751"/>
                  </a:lnTo>
                  <a:lnTo>
                    <a:pt x="85358" y="292293"/>
                  </a:lnTo>
                  <a:cubicBezTo>
                    <a:pt x="60670" y="318996"/>
                    <a:pt x="36990" y="327057"/>
                    <a:pt x="11295" y="328568"/>
                  </a:cubicBezTo>
                  <a:cubicBezTo>
                    <a:pt x="4746" y="329072"/>
                    <a:pt x="211" y="329072"/>
                    <a:pt x="211" y="338645"/>
                  </a:cubicBezTo>
                  <a:cubicBezTo>
                    <a:pt x="211" y="339149"/>
                    <a:pt x="211" y="344187"/>
                    <a:pt x="6761" y="344187"/>
                  </a:cubicBezTo>
                  <a:cubicBezTo>
                    <a:pt x="21876" y="344187"/>
                    <a:pt x="38502" y="342675"/>
                    <a:pt x="54120" y="342675"/>
                  </a:cubicBezTo>
                  <a:cubicBezTo>
                    <a:pt x="72762" y="342675"/>
                    <a:pt x="92411" y="344187"/>
                    <a:pt x="110549" y="344187"/>
                  </a:cubicBezTo>
                  <a:cubicBezTo>
                    <a:pt x="113572" y="344187"/>
                    <a:pt x="119618" y="344187"/>
                    <a:pt x="119618" y="334110"/>
                  </a:cubicBezTo>
                  <a:cubicBezTo>
                    <a:pt x="119618" y="329072"/>
                    <a:pt x="114579" y="328568"/>
                    <a:pt x="113572" y="328568"/>
                  </a:cubicBezTo>
                  <a:cubicBezTo>
                    <a:pt x="109037" y="328065"/>
                    <a:pt x="93419" y="327057"/>
                    <a:pt x="93419" y="312950"/>
                  </a:cubicBezTo>
                  <a:cubicBezTo>
                    <a:pt x="93419" y="304889"/>
                    <a:pt x="100976" y="296827"/>
                    <a:pt x="107022" y="290278"/>
                  </a:cubicBezTo>
                  <a:lnTo>
                    <a:pt x="158412" y="235865"/>
                  </a:lnTo>
                  <a:lnTo>
                    <a:pt x="203756" y="186490"/>
                  </a:lnTo>
                  <a:lnTo>
                    <a:pt x="254643" y="306904"/>
                  </a:lnTo>
                  <a:cubicBezTo>
                    <a:pt x="256658" y="312446"/>
                    <a:pt x="257162" y="312950"/>
                    <a:pt x="257162" y="313957"/>
                  </a:cubicBezTo>
                  <a:cubicBezTo>
                    <a:pt x="257162" y="317988"/>
                    <a:pt x="247589" y="326553"/>
                    <a:pt x="227940" y="328568"/>
                  </a:cubicBezTo>
                  <a:cubicBezTo>
                    <a:pt x="222398" y="329072"/>
                    <a:pt x="217863" y="329576"/>
                    <a:pt x="217863" y="338141"/>
                  </a:cubicBezTo>
                  <a:cubicBezTo>
                    <a:pt x="217863" y="344187"/>
                    <a:pt x="223406" y="344187"/>
                    <a:pt x="225421" y="344187"/>
                  </a:cubicBezTo>
                  <a:cubicBezTo>
                    <a:pt x="239528" y="344187"/>
                    <a:pt x="274796" y="342675"/>
                    <a:pt x="288903" y="342675"/>
                  </a:cubicBezTo>
                  <a:cubicBezTo>
                    <a:pt x="301498" y="342675"/>
                    <a:pt x="332232" y="344187"/>
                    <a:pt x="344827" y="344187"/>
                  </a:cubicBezTo>
                  <a:cubicBezTo>
                    <a:pt x="348354" y="344187"/>
                    <a:pt x="354400" y="344187"/>
                    <a:pt x="354400" y="334614"/>
                  </a:cubicBezTo>
                  <a:cubicBezTo>
                    <a:pt x="354400" y="328568"/>
                    <a:pt x="349362" y="328568"/>
                    <a:pt x="345331" y="328568"/>
                  </a:cubicBezTo>
                  <a:cubicBezTo>
                    <a:pt x="311575" y="328065"/>
                    <a:pt x="310567" y="326553"/>
                    <a:pt x="302002" y="306400"/>
                  </a:cubicBezTo>
                  <a:cubicBezTo>
                    <a:pt x="282353" y="259544"/>
                    <a:pt x="248597" y="180948"/>
                    <a:pt x="237009" y="150718"/>
                  </a:cubicBezTo>
                  <a:cubicBezTo>
                    <a:pt x="271269" y="115451"/>
                    <a:pt x="324170" y="55495"/>
                    <a:pt x="340293" y="41388"/>
                  </a:cubicBezTo>
                  <a:cubicBezTo>
                    <a:pt x="354904" y="29297"/>
                    <a:pt x="374049" y="17205"/>
                    <a:pt x="404279" y="15693"/>
                  </a:cubicBezTo>
                  <a:cubicBezTo>
                    <a:pt x="410828" y="15189"/>
                    <a:pt x="415363" y="15189"/>
                    <a:pt x="415363" y="5617"/>
                  </a:cubicBezTo>
                  <a:cubicBezTo>
                    <a:pt x="415363" y="5113"/>
                    <a:pt x="415363" y="75"/>
                    <a:pt x="408813" y="75"/>
                  </a:cubicBezTo>
                  <a:cubicBezTo>
                    <a:pt x="393698" y="75"/>
                    <a:pt x="377072" y="1586"/>
                    <a:pt x="361453" y="1586"/>
                  </a:cubicBezTo>
                  <a:cubicBezTo>
                    <a:pt x="342812" y="1586"/>
                    <a:pt x="323667" y="75"/>
                    <a:pt x="305529" y="75"/>
                  </a:cubicBezTo>
                  <a:cubicBezTo>
                    <a:pt x="302506" y="75"/>
                    <a:pt x="295956" y="75"/>
                    <a:pt x="295956" y="10151"/>
                  </a:cubicBezTo>
                  <a:cubicBezTo>
                    <a:pt x="295956" y="13678"/>
                    <a:pt x="298475" y="15189"/>
                    <a:pt x="302002" y="15693"/>
                  </a:cubicBezTo>
                  <a:cubicBezTo>
                    <a:pt x="306537" y="16197"/>
                    <a:pt x="322155" y="17205"/>
                    <a:pt x="322155" y="31312"/>
                  </a:cubicBezTo>
                  <a:cubicBezTo>
                    <a:pt x="322155" y="38365"/>
                    <a:pt x="316613" y="44915"/>
                    <a:pt x="312582" y="49450"/>
                  </a:cubicBezTo>
                  <a:lnTo>
                    <a:pt x="230963" y="137115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Figura a mano libera 24">
              <a:extLst>
                <a:ext uri="{FF2B5EF4-FFF2-40B4-BE49-F238E27FC236}">
                  <a16:creationId xmlns:a16="http://schemas.microsoft.com/office/drawing/2014/main" id="{2DFA9843-F583-90FB-A22E-7B26CDF1D90A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3653780" y="6238726"/>
              <a:ext cx="163994" cy="159057"/>
            </a:xfrm>
            <a:custGeom>
              <a:avLst/>
              <a:gdLst>
                <a:gd name="csX0" fmla="*/ 66523 w 163994"/>
                <a:gd name="csY0" fmla="*/ 84366 h 159057"/>
                <a:gd name="csX1" fmla="*/ 75692 w 163994"/>
                <a:gd name="csY1" fmla="*/ 48746 h 159057"/>
                <a:gd name="csX2" fmla="*/ 97911 w 163994"/>
                <a:gd name="csY2" fmla="*/ 19826 h 159057"/>
                <a:gd name="csX3" fmla="*/ 126478 w 163994"/>
                <a:gd name="csY3" fmla="*/ 9951 h 159057"/>
                <a:gd name="csX4" fmla="*/ 145875 w 163994"/>
                <a:gd name="csY4" fmla="*/ 14889 h 159057"/>
                <a:gd name="csX5" fmla="*/ 130357 w 163994"/>
                <a:gd name="csY5" fmla="*/ 34286 h 159057"/>
                <a:gd name="csX6" fmla="*/ 144464 w 163994"/>
                <a:gd name="csY6" fmla="*/ 47335 h 159057"/>
                <a:gd name="csX7" fmla="*/ 164214 w 163994"/>
                <a:gd name="csY7" fmla="*/ 25822 h 159057"/>
                <a:gd name="csX8" fmla="*/ 126831 w 163994"/>
                <a:gd name="csY8" fmla="*/ 76 h 159057"/>
                <a:gd name="csX9" fmla="*/ 77103 w 163994"/>
                <a:gd name="csY9" fmla="*/ 25116 h 159057"/>
                <a:gd name="csX10" fmla="*/ 40777 w 163994"/>
                <a:gd name="csY10" fmla="*/ 76 h 159057"/>
                <a:gd name="csX11" fmla="*/ 13268 w 163994"/>
                <a:gd name="csY11" fmla="*/ 18063 h 159057"/>
                <a:gd name="csX12" fmla="*/ 219 w 163994"/>
                <a:gd name="csY12" fmla="*/ 54036 h 159057"/>
                <a:gd name="csX13" fmla="*/ 6215 w 163994"/>
                <a:gd name="csY13" fmla="*/ 58621 h 159057"/>
                <a:gd name="csX14" fmla="*/ 13974 w 163994"/>
                <a:gd name="csY14" fmla="*/ 48040 h 159057"/>
                <a:gd name="csX15" fmla="*/ 39719 w 163994"/>
                <a:gd name="csY15" fmla="*/ 9951 h 159057"/>
                <a:gd name="csX16" fmla="*/ 51358 w 163994"/>
                <a:gd name="csY16" fmla="*/ 27232 h 159057"/>
                <a:gd name="csX17" fmla="*/ 45715 w 163994"/>
                <a:gd name="csY17" fmla="*/ 56505 h 159057"/>
                <a:gd name="csX18" fmla="*/ 37956 w 163994"/>
                <a:gd name="csY18" fmla="*/ 88246 h 159057"/>
                <a:gd name="csX19" fmla="*/ 26670 w 163994"/>
                <a:gd name="csY19" fmla="*/ 133388 h 159057"/>
                <a:gd name="csX20" fmla="*/ 23143 w 163994"/>
                <a:gd name="csY20" fmla="*/ 147848 h 159057"/>
                <a:gd name="csX21" fmla="*/ 35134 w 163994"/>
                <a:gd name="csY21" fmla="*/ 159134 h 159057"/>
                <a:gd name="csX22" fmla="*/ 50300 w 163994"/>
                <a:gd name="csY22" fmla="*/ 148906 h 159057"/>
                <a:gd name="csX23" fmla="*/ 57000 w 163994"/>
                <a:gd name="csY23" fmla="*/ 122455 h 159057"/>
                <a:gd name="csX24" fmla="*/ 66523 w 163994"/>
                <a:gd name="csY24" fmla="*/ 84366 h 1590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63994" h="159057">
                  <a:moveTo>
                    <a:pt x="66523" y="84366"/>
                  </a:moveTo>
                  <a:cubicBezTo>
                    <a:pt x="66875" y="82250"/>
                    <a:pt x="74987" y="50509"/>
                    <a:pt x="75692" y="48746"/>
                  </a:cubicBezTo>
                  <a:cubicBezTo>
                    <a:pt x="76398" y="45924"/>
                    <a:pt x="86625" y="28290"/>
                    <a:pt x="97911" y="19826"/>
                  </a:cubicBezTo>
                  <a:cubicBezTo>
                    <a:pt x="101790" y="17005"/>
                    <a:pt x="111313" y="9951"/>
                    <a:pt x="126478" y="9951"/>
                  </a:cubicBezTo>
                  <a:cubicBezTo>
                    <a:pt x="130005" y="9951"/>
                    <a:pt x="138822" y="10304"/>
                    <a:pt x="145875" y="14889"/>
                  </a:cubicBezTo>
                  <a:cubicBezTo>
                    <a:pt x="134589" y="18063"/>
                    <a:pt x="130357" y="27938"/>
                    <a:pt x="130357" y="34286"/>
                  </a:cubicBezTo>
                  <a:cubicBezTo>
                    <a:pt x="130357" y="42045"/>
                    <a:pt x="136353" y="47335"/>
                    <a:pt x="144464" y="47335"/>
                  </a:cubicBezTo>
                  <a:cubicBezTo>
                    <a:pt x="152576" y="47335"/>
                    <a:pt x="164214" y="40634"/>
                    <a:pt x="164214" y="25822"/>
                  </a:cubicBezTo>
                  <a:cubicBezTo>
                    <a:pt x="164214" y="7482"/>
                    <a:pt x="144817" y="76"/>
                    <a:pt x="126831" y="76"/>
                  </a:cubicBezTo>
                  <a:cubicBezTo>
                    <a:pt x="108491" y="76"/>
                    <a:pt x="92621" y="7482"/>
                    <a:pt x="77103" y="25116"/>
                  </a:cubicBezTo>
                  <a:cubicBezTo>
                    <a:pt x="70755" y="3603"/>
                    <a:pt x="49242" y="76"/>
                    <a:pt x="40777" y="76"/>
                  </a:cubicBezTo>
                  <a:cubicBezTo>
                    <a:pt x="27728" y="76"/>
                    <a:pt x="18911" y="8188"/>
                    <a:pt x="13268" y="18063"/>
                  </a:cubicBezTo>
                  <a:cubicBezTo>
                    <a:pt x="5157" y="31817"/>
                    <a:pt x="219" y="52272"/>
                    <a:pt x="219" y="54036"/>
                  </a:cubicBezTo>
                  <a:cubicBezTo>
                    <a:pt x="219" y="58621"/>
                    <a:pt x="5157" y="58621"/>
                    <a:pt x="6215" y="58621"/>
                  </a:cubicBezTo>
                  <a:cubicBezTo>
                    <a:pt x="11152" y="58621"/>
                    <a:pt x="11505" y="57563"/>
                    <a:pt x="13974" y="48040"/>
                  </a:cubicBezTo>
                  <a:cubicBezTo>
                    <a:pt x="19264" y="26527"/>
                    <a:pt x="25965" y="9951"/>
                    <a:pt x="39719" y="9951"/>
                  </a:cubicBezTo>
                  <a:cubicBezTo>
                    <a:pt x="48889" y="9951"/>
                    <a:pt x="51358" y="17710"/>
                    <a:pt x="51358" y="27232"/>
                  </a:cubicBezTo>
                  <a:cubicBezTo>
                    <a:pt x="51358" y="33933"/>
                    <a:pt x="48184" y="46982"/>
                    <a:pt x="45715" y="56505"/>
                  </a:cubicBezTo>
                  <a:cubicBezTo>
                    <a:pt x="43246" y="66027"/>
                    <a:pt x="39719" y="80487"/>
                    <a:pt x="37956" y="88246"/>
                  </a:cubicBezTo>
                  <a:lnTo>
                    <a:pt x="26670" y="133388"/>
                  </a:lnTo>
                  <a:cubicBezTo>
                    <a:pt x="25260" y="137973"/>
                    <a:pt x="23143" y="146790"/>
                    <a:pt x="23143" y="147848"/>
                  </a:cubicBezTo>
                  <a:cubicBezTo>
                    <a:pt x="23143" y="155607"/>
                    <a:pt x="29492" y="159134"/>
                    <a:pt x="35134" y="159134"/>
                  </a:cubicBezTo>
                  <a:cubicBezTo>
                    <a:pt x="40425" y="159134"/>
                    <a:pt x="47478" y="155960"/>
                    <a:pt x="50300" y="148906"/>
                  </a:cubicBezTo>
                  <a:cubicBezTo>
                    <a:pt x="51005" y="146790"/>
                    <a:pt x="54884" y="131272"/>
                    <a:pt x="57000" y="122455"/>
                  </a:cubicBezTo>
                  <a:lnTo>
                    <a:pt x="66523" y="84366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Figura a mano libera 25">
              <a:extLst>
                <a:ext uri="{FF2B5EF4-FFF2-40B4-BE49-F238E27FC236}">
                  <a16:creationId xmlns:a16="http://schemas.microsoft.com/office/drawing/2014/main" id="{DC2A0E43-9F4B-FCBC-59BD-97A2B8FB8923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3856633" y="6238726"/>
              <a:ext cx="179865" cy="159057"/>
            </a:xfrm>
            <a:custGeom>
              <a:avLst/>
              <a:gdLst>
                <a:gd name="csX0" fmla="*/ 127540 w 179865"/>
                <a:gd name="csY0" fmla="*/ 20884 h 159057"/>
                <a:gd name="csX1" fmla="*/ 91214 w 179865"/>
                <a:gd name="csY1" fmla="*/ 76 h 159057"/>
                <a:gd name="csX2" fmla="*/ 223 w 179865"/>
                <a:gd name="csY2" fmla="*/ 100589 h 159057"/>
                <a:gd name="csX3" fmla="*/ 53478 w 179865"/>
                <a:gd name="csY3" fmla="*/ 159134 h 159057"/>
                <a:gd name="csX4" fmla="*/ 103558 w 179865"/>
                <a:gd name="csY4" fmla="*/ 134446 h 159057"/>
                <a:gd name="csX5" fmla="*/ 139884 w 179865"/>
                <a:gd name="csY5" fmla="*/ 159134 h 159057"/>
                <a:gd name="csX6" fmla="*/ 167745 w 179865"/>
                <a:gd name="csY6" fmla="*/ 140442 h 159057"/>
                <a:gd name="csX7" fmla="*/ 180089 w 179865"/>
                <a:gd name="csY7" fmla="*/ 105174 h 159057"/>
                <a:gd name="csX8" fmla="*/ 174446 w 179865"/>
                <a:gd name="csY8" fmla="*/ 100589 h 159057"/>
                <a:gd name="csX9" fmla="*/ 166687 w 179865"/>
                <a:gd name="csY9" fmla="*/ 111522 h 159057"/>
                <a:gd name="csX10" fmla="*/ 140942 w 179865"/>
                <a:gd name="csY10" fmla="*/ 149259 h 159057"/>
                <a:gd name="csX11" fmla="*/ 129303 w 179865"/>
                <a:gd name="csY11" fmla="*/ 131977 h 159057"/>
                <a:gd name="csX12" fmla="*/ 134593 w 179865"/>
                <a:gd name="csY12" fmla="*/ 104116 h 159057"/>
                <a:gd name="csX13" fmla="*/ 142352 w 179865"/>
                <a:gd name="csY13" fmla="*/ 72375 h 159057"/>
                <a:gd name="csX14" fmla="*/ 149406 w 179865"/>
                <a:gd name="csY14" fmla="*/ 45572 h 159057"/>
                <a:gd name="csX15" fmla="*/ 155754 w 179865"/>
                <a:gd name="csY15" fmla="*/ 18063 h 159057"/>
                <a:gd name="csX16" fmla="*/ 143763 w 179865"/>
                <a:gd name="csY16" fmla="*/ 6777 h 159057"/>
                <a:gd name="csX17" fmla="*/ 127540 w 179865"/>
                <a:gd name="csY17" fmla="*/ 20884 h 159057"/>
                <a:gd name="csX18" fmla="*/ 104969 w 179865"/>
                <a:gd name="csY18" fmla="*/ 111522 h 159057"/>
                <a:gd name="csX19" fmla="*/ 86982 w 179865"/>
                <a:gd name="csY19" fmla="*/ 135152 h 159057"/>
                <a:gd name="csX20" fmla="*/ 54536 w 179865"/>
                <a:gd name="csY20" fmla="*/ 149259 h 159057"/>
                <a:gd name="csX21" fmla="*/ 28790 w 179865"/>
                <a:gd name="csY21" fmla="*/ 115049 h 159057"/>
                <a:gd name="csX22" fmla="*/ 47129 w 179865"/>
                <a:gd name="csY22" fmla="*/ 43455 h 159057"/>
                <a:gd name="csX23" fmla="*/ 91214 w 179865"/>
                <a:gd name="csY23" fmla="*/ 9951 h 159057"/>
                <a:gd name="csX24" fmla="*/ 122602 w 179865"/>
                <a:gd name="csY24" fmla="*/ 40634 h 159057"/>
                <a:gd name="csX25" fmla="*/ 121544 w 179865"/>
                <a:gd name="csY25" fmla="*/ 45572 h 159057"/>
                <a:gd name="csX26" fmla="*/ 104969 w 179865"/>
                <a:gd name="csY26" fmla="*/ 111522 h 1590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79865" h="159057">
                  <a:moveTo>
                    <a:pt x="127540" y="20884"/>
                  </a:moveTo>
                  <a:cubicBezTo>
                    <a:pt x="120134" y="9246"/>
                    <a:pt x="108143" y="76"/>
                    <a:pt x="91214" y="76"/>
                  </a:cubicBezTo>
                  <a:cubicBezTo>
                    <a:pt x="46071" y="76"/>
                    <a:pt x="223" y="49804"/>
                    <a:pt x="223" y="100589"/>
                  </a:cubicBezTo>
                  <a:cubicBezTo>
                    <a:pt x="223" y="134799"/>
                    <a:pt x="23147" y="159134"/>
                    <a:pt x="53478" y="159134"/>
                  </a:cubicBezTo>
                  <a:cubicBezTo>
                    <a:pt x="72522" y="159134"/>
                    <a:pt x="89451" y="148201"/>
                    <a:pt x="103558" y="134446"/>
                  </a:cubicBezTo>
                  <a:cubicBezTo>
                    <a:pt x="110259" y="155607"/>
                    <a:pt x="130714" y="159134"/>
                    <a:pt x="139884" y="159134"/>
                  </a:cubicBezTo>
                  <a:cubicBezTo>
                    <a:pt x="152580" y="159134"/>
                    <a:pt x="161397" y="151375"/>
                    <a:pt x="167745" y="140442"/>
                  </a:cubicBezTo>
                  <a:cubicBezTo>
                    <a:pt x="175504" y="126687"/>
                    <a:pt x="180089" y="106585"/>
                    <a:pt x="180089" y="105174"/>
                  </a:cubicBezTo>
                  <a:cubicBezTo>
                    <a:pt x="180089" y="100589"/>
                    <a:pt x="175504" y="100589"/>
                    <a:pt x="174446" y="100589"/>
                  </a:cubicBezTo>
                  <a:cubicBezTo>
                    <a:pt x="169508" y="100589"/>
                    <a:pt x="169156" y="102000"/>
                    <a:pt x="166687" y="111522"/>
                  </a:cubicBezTo>
                  <a:cubicBezTo>
                    <a:pt x="162455" y="128451"/>
                    <a:pt x="155754" y="149259"/>
                    <a:pt x="140942" y="149259"/>
                  </a:cubicBezTo>
                  <a:cubicBezTo>
                    <a:pt x="131772" y="149259"/>
                    <a:pt x="129303" y="141500"/>
                    <a:pt x="129303" y="131977"/>
                  </a:cubicBezTo>
                  <a:cubicBezTo>
                    <a:pt x="129303" y="125982"/>
                    <a:pt x="132125" y="113286"/>
                    <a:pt x="134593" y="104116"/>
                  </a:cubicBezTo>
                  <a:cubicBezTo>
                    <a:pt x="137062" y="94594"/>
                    <a:pt x="140589" y="80134"/>
                    <a:pt x="142352" y="72375"/>
                  </a:cubicBezTo>
                  <a:lnTo>
                    <a:pt x="149406" y="45572"/>
                  </a:lnTo>
                  <a:cubicBezTo>
                    <a:pt x="151522" y="36402"/>
                    <a:pt x="155754" y="19826"/>
                    <a:pt x="155754" y="18063"/>
                  </a:cubicBezTo>
                  <a:cubicBezTo>
                    <a:pt x="155754" y="10304"/>
                    <a:pt x="149406" y="6777"/>
                    <a:pt x="143763" y="6777"/>
                  </a:cubicBezTo>
                  <a:cubicBezTo>
                    <a:pt x="137767" y="6777"/>
                    <a:pt x="129656" y="11009"/>
                    <a:pt x="127540" y="20884"/>
                  </a:cubicBezTo>
                  <a:close/>
                  <a:moveTo>
                    <a:pt x="104969" y="111522"/>
                  </a:moveTo>
                  <a:cubicBezTo>
                    <a:pt x="102500" y="121397"/>
                    <a:pt x="94741" y="128451"/>
                    <a:pt x="86982" y="135152"/>
                  </a:cubicBezTo>
                  <a:cubicBezTo>
                    <a:pt x="83808" y="137973"/>
                    <a:pt x="69701" y="149259"/>
                    <a:pt x="54536" y="149259"/>
                  </a:cubicBezTo>
                  <a:cubicBezTo>
                    <a:pt x="41487" y="149259"/>
                    <a:pt x="28790" y="140089"/>
                    <a:pt x="28790" y="115049"/>
                  </a:cubicBezTo>
                  <a:cubicBezTo>
                    <a:pt x="28790" y="96357"/>
                    <a:pt x="39018" y="57563"/>
                    <a:pt x="47129" y="43455"/>
                  </a:cubicBezTo>
                  <a:cubicBezTo>
                    <a:pt x="63353" y="15241"/>
                    <a:pt x="81339" y="9951"/>
                    <a:pt x="91214" y="9951"/>
                  </a:cubicBezTo>
                  <a:cubicBezTo>
                    <a:pt x="115901" y="9951"/>
                    <a:pt x="122602" y="36755"/>
                    <a:pt x="122602" y="40634"/>
                  </a:cubicBezTo>
                  <a:cubicBezTo>
                    <a:pt x="122602" y="42045"/>
                    <a:pt x="121897" y="44514"/>
                    <a:pt x="121544" y="45572"/>
                  </a:cubicBezTo>
                  <a:lnTo>
                    <a:pt x="104969" y="111522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Figura a mano libera 26">
              <a:extLst>
                <a:ext uri="{FF2B5EF4-FFF2-40B4-BE49-F238E27FC236}">
                  <a16:creationId xmlns:a16="http://schemas.microsoft.com/office/drawing/2014/main" id="{687DFA2C-1487-5177-D8AF-9980AB80D99E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4070237" y="6238373"/>
              <a:ext cx="258512" cy="159410"/>
            </a:xfrm>
            <a:custGeom>
              <a:avLst/>
              <a:gdLst>
                <a:gd name="csX0" fmla="*/ 169160 w 258512"/>
                <a:gd name="csY0" fmla="*/ 43455 h 159410"/>
                <a:gd name="csX1" fmla="*/ 175861 w 258512"/>
                <a:gd name="csY1" fmla="*/ 15241 h 159410"/>
                <a:gd name="csX2" fmla="*/ 164223 w 258512"/>
                <a:gd name="csY2" fmla="*/ 3956 h 159410"/>
                <a:gd name="csX3" fmla="*/ 149057 w 258512"/>
                <a:gd name="csY3" fmla="*/ 14183 h 159410"/>
                <a:gd name="csX4" fmla="*/ 142004 w 258512"/>
                <a:gd name="csY4" fmla="*/ 40634 h 159410"/>
                <a:gd name="csX5" fmla="*/ 131776 w 258512"/>
                <a:gd name="csY5" fmla="*/ 81192 h 159410"/>
                <a:gd name="csX6" fmla="*/ 126133 w 258512"/>
                <a:gd name="csY6" fmla="*/ 113638 h 159410"/>
                <a:gd name="csX7" fmla="*/ 116258 w 258512"/>
                <a:gd name="csY7" fmla="*/ 137973 h 159410"/>
                <a:gd name="csX8" fmla="*/ 92629 w 258512"/>
                <a:gd name="csY8" fmla="*/ 149611 h 159410"/>
                <a:gd name="csX9" fmla="*/ 60888 w 258512"/>
                <a:gd name="csY9" fmla="*/ 117165 h 159410"/>
                <a:gd name="csX10" fmla="*/ 77817 w 258512"/>
                <a:gd name="csY10" fmla="*/ 55094 h 159410"/>
                <a:gd name="csX11" fmla="*/ 85223 w 258512"/>
                <a:gd name="csY11" fmla="*/ 30406 h 159410"/>
                <a:gd name="csX12" fmla="*/ 51719 w 258512"/>
                <a:gd name="csY12" fmla="*/ 429 h 159410"/>
                <a:gd name="csX13" fmla="*/ 228 w 258512"/>
                <a:gd name="csY13" fmla="*/ 54389 h 159410"/>
                <a:gd name="csX14" fmla="*/ 6223 w 258512"/>
                <a:gd name="csY14" fmla="*/ 58973 h 159410"/>
                <a:gd name="csX15" fmla="*/ 12571 w 258512"/>
                <a:gd name="csY15" fmla="*/ 53330 h 159410"/>
                <a:gd name="csX16" fmla="*/ 50661 w 258512"/>
                <a:gd name="csY16" fmla="*/ 10304 h 159410"/>
                <a:gd name="csX17" fmla="*/ 59477 w 258512"/>
                <a:gd name="csY17" fmla="*/ 22648 h 159410"/>
                <a:gd name="csX18" fmla="*/ 54540 w 258512"/>
                <a:gd name="csY18" fmla="*/ 43103 h 159410"/>
                <a:gd name="csX19" fmla="*/ 34437 w 258512"/>
                <a:gd name="csY19" fmla="*/ 112580 h 159410"/>
                <a:gd name="csX20" fmla="*/ 91218 w 258512"/>
                <a:gd name="csY20" fmla="*/ 159486 h 159410"/>
                <a:gd name="csX21" fmla="*/ 131071 w 258512"/>
                <a:gd name="csY21" fmla="*/ 135857 h 159410"/>
                <a:gd name="csX22" fmla="*/ 180093 w 258512"/>
                <a:gd name="csY22" fmla="*/ 159486 h 159410"/>
                <a:gd name="csX23" fmla="*/ 234053 w 258512"/>
                <a:gd name="csY23" fmla="*/ 117870 h 159410"/>
                <a:gd name="csX24" fmla="*/ 258740 w 258512"/>
                <a:gd name="csY24" fmla="*/ 27938 h 159410"/>
                <a:gd name="csX25" fmla="*/ 241106 w 258512"/>
                <a:gd name="csY25" fmla="*/ 76 h 159410"/>
                <a:gd name="csX26" fmla="*/ 222062 w 258512"/>
                <a:gd name="csY26" fmla="*/ 18768 h 159410"/>
                <a:gd name="csX27" fmla="*/ 228057 w 258512"/>
                <a:gd name="csY27" fmla="*/ 29701 h 159410"/>
                <a:gd name="csX28" fmla="*/ 241106 w 258512"/>
                <a:gd name="csY28" fmla="*/ 57915 h 159410"/>
                <a:gd name="csX29" fmla="*/ 181504 w 258512"/>
                <a:gd name="csY29" fmla="*/ 149611 h 159410"/>
                <a:gd name="csX30" fmla="*/ 152937 w 258512"/>
                <a:gd name="csY30" fmla="*/ 118223 h 159410"/>
                <a:gd name="csX31" fmla="*/ 159285 w 258512"/>
                <a:gd name="csY31" fmla="*/ 82955 h 159410"/>
                <a:gd name="csX32" fmla="*/ 169160 w 258512"/>
                <a:gd name="csY32" fmla="*/ 43455 h 1594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258512" h="159410">
                  <a:moveTo>
                    <a:pt x="169160" y="43455"/>
                  </a:moveTo>
                  <a:cubicBezTo>
                    <a:pt x="171629" y="33933"/>
                    <a:pt x="175861" y="17005"/>
                    <a:pt x="175861" y="15241"/>
                  </a:cubicBezTo>
                  <a:cubicBezTo>
                    <a:pt x="175861" y="8188"/>
                    <a:pt x="170218" y="3956"/>
                    <a:pt x="164223" y="3956"/>
                  </a:cubicBezTo>
                  <a:cubicBezTo>
                    <a:pt x="157522" y="3956"/>
                    <a:pt x="151174" y="8188"/>
                    <a:pt x="149057" y="14183"/>
                  </a:cubicBezTo>
                  <a:cubicBezTo>
                    <a:pt x="147999" y="17005"/>
                    <a:pt x="144473" y="31817"/>
                    <a:pt x="142004" y="40634"/>
                  </a:cubicBezTo>
                  <a:cubicBezTo>
                    <a:pt x="137066" y="60737"/>
                    <a:pt x="137066" y="61442"/>
                    <a:pt x="131776" y="81192"/>
                  </a:cubicBezTo>
                  <a:cubicBezTo>
                    <a:pt x="127191" y="100589"/>
                    <a:pt x="126486" y="103411"/>
                    <a:pt x="126133" y="113638"/>
                  </a:cubicBezTo>
                  <a:cubicBezTo>
                    <a:pt x="127544" y="120692"/>
                    <a:pt x="124723" y="127393"/>
                    <a:pt x="116258" y="137973"/>
                  </a:cubicBezTo>
                  <a:cubicBezTo>
                    <a:pt x="111674" y="143616"/>
                    <a:pt x="104620" y="149611"/>
                    <a:pt x="92629" y="149611"/>
                  </a:cubicBezTo>
                  <a:cubicBezTo>
                    <a:pt x="78875" y="149611"/>
                    <a:pt x="60888" y="144674"/>
                    <a:pt x="60888" y="117165"/>
                  </a:cubicBezTo>
                  <a:cubicBezTo>
                    <a:pt x="60888" y="99178"/>
                    <a:pt x="70763" y="73080"/>
                    <a:pt x="77817" y="55094"/>
                  </a:cubicBezTo>
                  <a:cubicBezTo>
                    <a:pt x="83812" y="39576"/>
                    <a:pt x="85223" y="36402"/>
                    <a:pt x="85223" y="30406"/>
                  </a:cubicBezTo>
                  <a:cubicBezTo>
                    <a:pt x="85223" y="13478"/>
                    <a:pt x="70763" y="429"/>
                    <a:pt x="51719" y="429"/>
                  </a:cubicBezTo>
                  <a:cubicBezTo>
                    <a:pt x="16098" y="429"/>
                    <a:pt x="228" y="48393"/>
                    <a:pt x="228" y="54389"/>
                  </a:cubicBezTo>
                  <a:cubicBezTo>
                    <a:pt x="228" y="58973"/>
                    <a:pt x="5165" y="58973"/>
                    <a:pt x="6223" y="58973"/>
                  </a:cubicBezTo>
                  <a:cubicBezTo>
                    <a:pt x="11161" y="58973"/>
                    <a:pt x="11513" y="57210"/>
                    <a:pt x="12571" y="53330"/>
                  </a:cubicBezTo>
                  <a:cubicBezTo>
                    <a:pt x="21388" y="24058"/>
                    <a:pt x="36553" y="10304"/>
                    <a:pt x="50661" y="10304"/>
                  </a:cubicBezTo>
                  <a:cubicBezTo>
                    <a:pt x="56656" y="10304"/>
                    <a:pt x="59477" y="14183"/>
                    <a:pt x="59477" y="22648"/>
                  </a:cubicBezTo>
                  <a:cubicBezTo>
                    <a:pt x="59477" y="30759"/>
                    <a:pt x="56303" y="38518"/>
                    <a:pt x="54540" y="43103"/>
                  </a:cubicBezTo>
                  <a:cubicBezTo>
                    <a:pt x="34437" y="94594"/>
                    <a:pt x="34437" y="101647"/>
                    <a:pt x="34437" y="112580"/>
                  </a:cubicBezTo>
                  <a:cubicBezTo>
                    <a:pt x="34437" y="154196"/>
                    <a:pt x="72174" y="159486"/>
                    <a:pt x="91218" y="159486"/>
                  </a:cubicBezTo>
                  <a:cubicBezTo>
                    <a:pt x="97919" y="159486"/>
                    <a:pt x="115200" y="159486"/>
                    <a:pt x="131071" y="135857"/>
                  </a:cubicBezTo>
                  <a:cubicBezTo>
                    <a:pt x="139183" y="151727"/>
                    <a:pt x="158580" y="159486"/>
                    <a:pt x="180093" y="159486"/>
                  </a:cubicBezTo>
                  <a:cubicBezTo>
                    <a:pt x="211481" y="159486"/>
                    <a:pt x="226999" y="132330"/>
                    <a:pt x="234053" y="117870"/>
                  </a:cubicBezTo>
                  <a:cubicBezTo>
                    <a:pt x="249218" y="88246"/>
                    <a:pt x="258740" y="44161"/>
                    <a:pt x="258740" y="27938"/>
                  </a:cubicBezTo>
                  <a:cubicBezTo>
                    <a:pt x="258740" y="1487"/>
                    <a:pt x="243575" y="76"/>
                    <a:pt x="241106" y="76"/>
                  </a:cubicBezTo>
                  <a:cubicBezTo>
                    <a:pt x="231937" y="76"/>
                    <a:pt x="222062" y="9599"/>
                    <a:pt x="222062" y="18768"/>
                  </a:cubicBezTo>
                  <a:cubicBezTo>
                    <a:pt x="222062" y="24764"/>
                    <a:pt x="225588" y="27585"/>
                    <a:pt x="228057" y="29701"/>
                  </a:cubicBezTo>
                  <a:cubicBezTo>
                    <a:pt x="236521" y="36755"/>
                    <a:pt x="241106" y="46630"/>
                    <a:pt x="241106" y="57915"/>
                  </a:cubicBezTo>
                  <a:cubicBezTo>
                    <a:pt x="241106" y="62500"/>
                    <a:pt x="226294" y="149611"/>
                    <a:pt x="181504" y="149611"/>
                  </a:cubicBezTo>
                  <a:cubicBezTo>
                    <a:pt x="152937" y="149611"/>
                    <a:pt x="152937" y="124219"/>
                    <a:pt x="152937" y="118223"/>
                  </a:cubicBezTo>
                  <a:cubicBezTo>
                    <a:pt x="152937" y="108701"/>
                    <a:pt x="154348" y="103058"/>
                    <a:pt x="159285" y="82955"/>
                  </a:cubicBezTo>
                  <a:lnTo>
                    <a:pt x="169160" y="43455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Figura a mano libera 27">
              <a:extLst>
                <a:ext uri="{FF2B5EF4-FFF2-40B4-BE49-F238E27FC236}">
                  <a16:creationId xmlns:a16="http://schemas.microsoft.com/office/drawing/2014/main" id="{B2035B21-F5E2-C84F-5E98-0D074143DA20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4429685" y="5940815"/>
              <a:ext cx="116887" cy="503824"/>
            </a:xfrm>
            <a:custGeom>
              <a:avLst/>
              <a:gdLst>
                <a:gd name="csX0" fmla="*/ 117121 w 116887"/>
                <a:gd name="csY0" fmla="*/ 498861 h 503824"/>
                <a:gd name="csX1" fmla="*/ 108556 w 116887"/>
                <a:gd name="csY1" fmla="*/ 487777 h 503824"/>
                <a:gd name="csX2" fmla="*/ 29456 w 116887"/>
                <a:gd name="csY2" fmla="*/ 251987 h 503824"/>
                <a:gd name="csX3" fmla="*/ 110572 w 116887"/>
                <a:gd name="csY3" fmla="*/ 13678 h 503824"/>
                <a:gd name="csX4" fmla="*/ 117121 w 116887"/>
                <a:gd name="csY4" fmla="*/ 5113 h 503824"/>
                <a:gd name="csX5" fmla="*/ 112083 w 116887"/>
                <a:gd name="csY5" fmla="*/ 75 h 503824"/>
                <a:gd name="csX6" fmla="*/ 31975 w 116887"/>
                <a:gd name="csY6" fmla="*/ 98321 h 503824"/>
                <a:gd name="csX7" fmla="*/ 234 w 116887"/>
                <a:gd name="csY7" fmla="*/ 251987 h 503824"/>
                <a:gd name="csX8" fmla="*/ 33487 w 116887"/>
                <a:gd name="csY8" fmla="*/ 409180 h 503824"/>
                <a:gd name="csX9" fmla="*/ 112083 w 116887"/>
                <a:gd name="csY9" fmla="*/ 503899 h 503824"/>
                <a:gd name="csX10" fmla="*/ 117121 w 116887"/>
                <a:gd name="csY10" fmla="*/ 498861 h 503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6887" h="503824">
                  <a:moveTo>
                    <a:pt x="117121" y="498861"/>
                  </a:moveTo>
                  <a:cubicBezTo>
                    <a:pt x="117121" y="497350"/>
                    <a:pt x="117121" y="496342"/>
                    <a:pt x="108556" y="487777"/>
                  </a:cubicBezTo>
                  <a:cubicBezTo>
                    <a:pt x="45578" y="424295"/>
                    <a:pt x="29456" y="329072"/>
                    <a:pt x="29456" y="251987"/>
                  </a:cubicBezTo>
                  <a:cubicBezTo>
                    <a:pt x="29456" y="164322"/>
                    <a:pt x="48601" y="76656"/>
                    <a:pt x="110572" y="13678"/>
                  </a:cubicBezTo>
                  <a:cubicBezTo>
                    <a:pt x="117121" y="7632"/>
                    <a:pt x="117121" y="6624"/>
                    <a:pt x="117121" y="5113"/>
                  </a:cubicBezTo>
                  <a:cubicBezTo>
                    <a:pt x="117121" y="1586"/>
                    <a:pt x="115106" y="75"/>
                    <a:pt x="112083" y="75"/>
                  </a:cubicBezTo>
                  <a:cubicBezTo>
                    <a:pt x="107045" y="75"/>
                    <a:pt x="61701" y="34335"/>
                    <a:pt x="31975" y="98321"/>
                  </a:cubicBezTo>
                  <a:cubicBezTo>
                    <a:pt x="6280" y="153741"/>
                    <a:pt x="234" y="209666"/>
                    <a:pt x="234" y="251987"/>
                  </a:cubicBezTo>
                  <a:cubicBezTo>
                    <a:pt x="234" y="291285"/>
                    <a:pt x="5776" y="352248"/>
                    <a:pt x="33487" y="409180"/>
                  </a:cubicBezTo>
                  <a:cubicBezTo>
                    <a:pt x="63716" y="471151"/>
                    <a:pt x="107045" y="503899"/>
                    <a:pt x="112083" y="503899"/>
                  </a:cubicBezTo>
                  <a:cubicBezTo>
                    <a:pt x="115106" y="503899"/>
                    <a:pt x="117121" y="502388"/>
                    <a:pt x="117121" y="498861"/>
                  </a:cubicBez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Figura a mano libera 28">
              <a:extLst>
                <a:ext uri="{FF2B5EF4-FFF2-40B4-BE49-F238E27FC236}">
                  <a16:creationId xmlns:a16="http://schemas.microsoft.com/office/drawing/2014/main" id="{D6AA12F0-A207-C832-FDFA-ACF4B1D96B59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4603449" y="5969029"/>
              <a:ext cx="228232" cy="355196"/>
            </a:xfrm>
            <a:custGeom>
              <a:avLst/>
              <a:gdLst>
                <a:gd name="csX0" fmla="*/ 117125 w 228232"/>
                <a:gd name="csY0" fmla="*/ 5617 h 355196"/>
                <a:gd name="csX1" fmla="*/ 110576 w 228232"/>
                <a:gd name="csY1" fmla="*/ 75 h 355196"/>
                <a:gd name="csX2" fmla="*/ 49109 w 228232"/>
                <a:gd name="csY2" fmla="*/ 5113 h 355196"/>
                <a:gd name="csX3" fmla="*/ 39536 w 228232"/>
                <a:gd name="csY3" fmla="*/ 15189 h 355196"/>
                <a:gd name="csX4" fmla="*/ 51628 w 228232"/>
                <a:gd name="csY4" fmla="*/ 21235 h 355196"/>
                <a:gd name="csX5" fmla="*/ 76819 w 228232"/>
                <a:gd name="csY5" fmla="*/ 29800 h 355196"/>
                <a:gd name="csX6" fmla="*/ 75308 w 228232"/>
                <a:gd name="csY6" fmla="*/ 39877 h 355196"/>
                <a:gd name="csX7" fmla="*/ 2253 w 228232"/>
                <a:gd name="csY7" fmla="*/ 330080 h 355196"/>
                <a:gd name="csX8" fmla="*/ 238 w 228232"/>
                <a:gd name="csY8" fmla="*/ 341164 h 355196"/>
                <a:gd name="csX9" fmla="*/ 14849 w 228232"/>
                <a:gd name="csY9" fmla="*/ 355271 h 355196"/>
                <a:gd name="csX10" fmla="*/ 31979 w 228232"/>
                <a:gd name="csY10" fmla="*/ 344691 h 355196"/>
                <a:gd name="csX11" fmla="*/ 60193 w 228232"/>
                <a:gd name="csY11" fmla="*/ 234353 h 355196"/>
                <a:gd name="csX12" fmla="*/ 118637 w 228232"/>
                <a:gd name="csY12" fmla="*/ 277178 h 355196"/>
                <a:gd name="csX13" fmla="*/ 117125 w 228232"/>
                <a:gd name="csY13" fmla="*/ 287759 h 355196"/>
                <a:gd name="csX14" fmla="*/ 115110 w 228232"/>
                <a:gd name="csY14" fmla="*/ 305392 h 355196"/>
                <a:gd name="csX15" fmla="*/ 161462 w 228232"/>
                <a:gd name="csY15" fmla="*/ 355271 h 355196"/>
                <a:gd name="csX16" fmla="*/ 201264 w 228232"/>
                <a:gd name="csY16" fmla="*/ 328568 h 355196"/>
                <a:gd name="csX17" fmla="*/ 219402 w 228232"/>
                <a:gd name="csY17" fmla="*/ 277682 h 355196"/>
                <a:gd name="csX18" fmla="*/ 213356 w 228232"/>
                <a:gd name="csY18" fmla="*/ 272644 h 355196"/>
                <a:gd name="csX19" fmla="*/ 206302 w 228232"/>
                <a:gd name="csY19" fmla="*/ 281713 h 355196"/>
                <a:gd name="csX20" fmla="*/ 162470 w 228232"/>
                <a:gd name="csY20" fmla="*/ 344187 h 355196"/>
                <a:gd name="csX21" fmla="*/ 146347 w 228232"/>
                <a:gd name="csY21" fmla="*/ 320507 h 355196"/>
                <a:gd name="csX22" fmla="*/ 150378 w 228232"/>
                <a:gd name="csY22" fmla="*/ 292293 h 355196"/>
                <a:gd name="csX23" fmla="*/ 152393 w 228232"/>
                <a:gd name="csY23" fmla="*/ 276674 h 355196"/>
                <a:gd name="csX24" fmla="*/ 77827 w 228232"/>
                <a:gd name="csY24" fmla="*/ 223773 h 355196"/>
                <a:gd name="csX25" fmla="*/ 121156 w 228232"/>
                <a:gd name="csY25" fmla="*/ 186490 h 355196"/>
                <a:gd name="csX26" fmla="*/ 193203 w 228232"/>
                <a:gd name="csY26" fmla="*/ 138123 h 355196"/>
                <a:gd name="csX27" fmla="*/ 197737 w 228232"/>
                <a:gd name="csY27" fmla="*/ 138626 h 355196"/>
                <a:gd name="csX28" fmla="*/ 208318 w 228232"/>
                <a:gd name="csY28" fmla="*/ 142657 h 355196"/>
                <a:gd name="csX29" fmla="*/ 210333 w 228232"/>
                <a:gd name="csY29" fmla="*/ 144672 h 355196"/>
                <a:gd name="csX30" fmla="*/ 181615 w 228232"/>
                <a:gd name="csY30" fmla="*/ 171879 h 355196"/>
                <a:gd name="csX31" fmla="*/ 200760 w 228232"/>
                <a:gd name="csY31" fmla="*/ 189513 h 355196"/>
                <a:gd name="csX32" fmla="*/ 228471 w 228232"/>
                <a:gd name="csY32" fmla="*/ 158779 h 355196"/>
                <a:gd name="csX33" fmla="*/ 194211 w 228232"/>
                <a:gd name="csY33" fmla="*/ 127038 h 355196"/>
                <a:gd name="csX34" fmla="*/ 120652 w 228232"/>
                <a:gd name="csY34" fmla="*/ 171375 h 355196"/>
                <a:gd name="csX35" fmla="*/ 64728 w 228232"/>
                <a:gd name="csY35" fmla="*/ 218231 h 355196"/>
                <a:gd name="csX36" fmla="*/ 117125 w 228232"/>
                <a:gd name="csY36" fmla="*/ 5617 h 3551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228232" h="355196">
                  <a:moveTo>
                    <a:pt x="117125" y="5617"/>
                  </a:moveTo>
                  <a:cubicBezTo>
                    <a:pt x="117125" y="5113"/>
                    <a:pt x="117125" y="75"/>
                    <a:pt x="110576" y="75"/>
                  </a:cubicBezTo>
                  <a:cubicBezTo>
                    <a:pt x="98988" y="75"/>
                    <a:pt x="62208" y="4105"/>
                    <a:pt x="49109" y="5113"/>
                  </a:cubicBezTo>
                  <a:cubicBezTo>
                    <a:pt x="45078" y="5617"/>
                    <a:pt x="39536" y="6121"/>
                    <a:pt x="39536" y="15189"/>
                  </a:cubicBezTo>
                  <a:cubicBezTo>
                    <a:pt x="39536" y="21235"/>
                    <a:pt x="44071" y="21235"/>
                    <a:pt x="51628" y="21235"/>
                  </a:cubicBezTo>
                  <a:cubicBezTo>
                    <a:pt x="75812" y="21235"/>
                    <a:pt x="76819" y="24762"/>
                    <a:pt x="76819" y="29800"/>
                  </a:cubicBezTo>
                  <a:lnTo>
                    <a:pt x="75308" y="39877"/>
                  </a:lnTo>
                  <a:lnTo>
                    <a:pt x="2253" y="330080"/>
                  </a:lnTo>
                  <a:cubicBezTo>
                    <a:pt x="238" y="337133"/>
                    <a:pt x="238" y="338141"/>
                    <a:pt x="238" y="341164"/>
                  </a:cubicBezTo>
                  <a:cubicBezTo>
                    <a:pt x="238" y="352752"/>
                    <a:pt x="10314" y="355271"/>
                    <a:pt x="14849" y="355271"/>
                  </a:cubicBezTo>
                  <a:cubicBezTo>
                    <a:pt x="21399" y="355271"/>
                    <a:pt x="28956" y="350737"/>
                    <a:pt x="31979" y="344691"/>
                  </a:cubicBezTo>
                  <a:cubicBezTo>
                    <a:pt x="34498" y="340156"/>
                    <a:pt x="57170" y="246949"/>
                    <a:pt x="60193" y="234353"/>
                  </a:cubicBezTo>
                  <a:cubicBezTo>
                    <a:pt x="77323" y="235865"/>
                    <a:pt x="118637" y="243926"/>
                    <a:pt x="118637" y="277178"/>
                  </a:cubicBezTo>
                  <a:cubicBezTo>
                    <a:pt x="118637" y="280705"/>
                    <a:pt x="118637" y="282720"/>
                    <a:pt x="117125" y="287759"/>
                  </a:cubicBezTo>
                  <a:cubicBezTo>
                    <a:pt x="116118" y="293804"/>
                    <a:pt x="115110" y="299850"/>
                    <a:pt x="115110" y="305392"/>
                  </a:cubicBezTo>
                  <a:cubicBezTo>
                    <a:pt x="115110" y="335118"/>
                    <a:pt x="135263" y="355271"/>
                    <a:pt x="161462" y="355271"/>
                  </a:cubicBezTo>
                  <a:cubicBezTo>
                    <a:pt x="176577" y="355271"/>
                    <a:pt x="190180" y="347210"/>
                    <a:pt x="201264" y="328568"/>
                  </a:cubicBezTo>
                  <a:cubicBezTo>
                    <a:pt x="213860" y="306400"/>
                    <a:pt x="219402" y="278690"/>
                    <a:pt x="219402" y="277682"/>
                  </a:cubicBezTo>
                  <a:cubicBezTo>
                    <a:pt x="219402" y="272644"/>
                    <a:pt x="214867" y="272644"/>
                    <a:pt x="213356" y="272644"/>
                  </a:cubicBezTo>
                  <a:cubicBezTo>
                    <a:pt x="208318" y="272644"/>
                    <a:pt x="207814" y="274659"/>
                    <a:pt x="206302" y="281713"/>
                  </a:cubicBezTo>
                  <a:cubicBezTo>
                    <a:pt x="196226" y="318492"/>
                    <a:pt x="184638" y="344187"/>
                    <a:pt x="162470" y="344187"/>
                  </a:cubicBezTo>
                  <a:cubicBezTo>
                    <a:pt x="152897" y="344187"/>
                    <a:pt x="146347" y="338645"/>
                    <a:pt x="146347" y="320507"/>
                  </a:cubicBezTo>
                  <a:cubicBezTo>
                    <a:pt x="146347" y="311942"/>
                    <a:pt x="148362" y="300354"/>
                    <a:pt x="150378" y="292293"/>
                  </a:cubicBezTo>
                  <a:cubicBezTo>
                    <a:pt x="152393" y="283728"/>
                    <a:pt x="152393" y="281713"/>
                    <a:pt x="152393" y="276674"/>
                  </a:cubicBezTo>
                  <a:cubicBezTo>
                    <a:pt x="152393" y="243926"/>
                    <a:pt x="120652" y="229315"/>
                    <a:pt x="77827" y="223773"/>
                  </a:cubicBezTo>
                  <a:cubicBezTo>
                    <a:pt x="93446" y="214704"/>
                    <a:pt x="109568" y="198582"/>
                    <a:pt x="121156" y="186490"/>
                  </a:cubicBezTo>
                  <a:cubicBezTo>
                    <a:pt x="145340" y="159787"/>
                    <a:pt x="168515" y="138123"/>
                    <a:pt x="193203" y="138123"/>
                  </a:cubicBezTo>
                  <a:cubicBezTo>
                    <a:pt x="196226" y="138123"/>
                    <a:pt x="196730" y="138123"/>
                    <a:pt x="197737" y="138626"/>
                  </a:cubicBezTo>
                  <a:cubicBezTo>
                    <a:pt x="203783" y="139634"/>
                    <a:pt x="204287" y="139634"/>
                    <a:pt x="208318" y="142657"/>
                  </a:cubicBezTo>
                  <a:cubicBezTo>
                    <a:pt x="209325" y="143161"/>
                    <a:pt x="209325" y="143665"/>
                    <a:pt x="210333" y="144672"/>
                  </a:cubicBezTo>
                  <a:cubicBezTo>
                    <a:pt x="186149" y="146184"/>
                    <a:pt x="181615" y="165833"/>
                    <a:pt x="181615" y="171879"/>
                  </a:cubicBezTo>
                  <a:cubicBezTo>
                    <a:pt x="181615" y="179940"/>
                    <a:pt x="187157" y="189513"/>
                    <a:pt x="200760" y="189513"/>
                  </a:cubicBezTo>
                  <a:cubicBezTo>
                    <a:pt x="213860" y="189513"/>
                    <a:pt x="228471" y="178429"/>
                    <a:pt x="228471" y="158779"/>
                  </a:cubicBezTo>
                  <a:cubicBezTo>
                    <a:pt x="228471" y="143665"/>
                    <a:pt x="216883" y="127038"/>
                    <a:pt x="194211" y="127038"/>
                  </a:cubicBezTo>
                  <a:cubicBezTo>
                    <a:pt x="180103" y="127038"/>
                    <a:pt x="156927" y="131069"/>
                    <a:pt x="120652" y="171375"/>
                  </a:cubicBezTo>
                  <a:cubicBezTo>
                    <a:pt x="103522" y="190520"/>
                    <a:pt x="83873" y="210673"/>
                    <a:pt x="64728" y="218231"/>
                  </a:cubicBezTo>
                  <a:lnTo>
                    <a:pt x="117125" y="5617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Figura a mano libera 29">
              <a:extLst>
                <a:ext uri="{FF2B5EF4-FFF2-40B4-BE49-F238E27FC236}">
                  <a16:creationId xmlns:a16="http://schemas.microsoft.com/office/drawing/2014/main" id="{92282744-C205-B28A-8BE9-0E3E03B29E81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5007668" y="6182651"/>
              <a:ext cx="307836" cy="20152"/>
            </a:xfrm>
            <a:custGeom>
              <a:avLst/>
              <a:gdLst>
                <a:gd name="csX0" fmla="*/ 290449 w 307836"/>
                <a:gd name="csY0" fmla="*/ 20228 h 20152"/>
                <a:gd name="csX1" fmla="*/ 308083 w 307836"/>
                <a:gd name="csY1" fmla="*/ 10151 h 20152"/>
                <a:gd name="csX2" fmla="*/ 290449 w 307836"/>
                <a:gd name="csY2" fmla="*/ 75 h 20152"/>
                <a:gd name="csX3" fmla="*/ 17880 w 307836"/>
                <a:gd name="csY3" fmla="*/ 75 h 20152"/>
                <a:gd name="csX4" fmla="*/ 246 w 307836"/>
                <a:gd name="csY4" fmla="*/ 10151 h 20152"/>
                <a:gd name="csX5" fmla="*/ 17880 w 307836"/>
                <a:gd name="csY5" fmla="*/ 20228 h 20152"/>
                <a:gd name="csX6" fmla="*/ 290449 w 307836"/>
                <a:gd name="csY6" fmla="*/ 20228 h 20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07836" h="20152">
                  <a:moveTo>
                    <a:pt x="290449" y="20228"/>
                  </a:moveTo>
                  <a:cubicBezTo>
                    <a:pt x="299014" y="20228"/>
                    <a:pt x="308083" y="20228"/>
                    <a:pt x="308083" y="10151"/>
                  </a:cubicBezTo>
                  <a:cubicBezTo>
                    <a:pt x="308083" y="75"/>
                    <a:pt x="299014" y="75"/>
                    <a:pt x="290449" y="75"/>
                  </a:cubicBezTo>
                  <a:lnTo>
                    <a:pt x="17880" y="75"/>
                  </a:lnTo>
                  <a:cubicBezTo>
                    <a:pt x="9315" y="75"/>
                    <a:pt x="246" y="75"/>
                    <a:pt x="246" y="10151"/>
                  </a:cubicBezTo>
                  <a:cubicBezTo>
                    <a:pt x="246" y="20228"/>
                    <a:pt x="9315" y="20228"/>
                    <a:pt x="17880" y="20228"/>
                  </a:cubicBezTo>
                  <a:lnTo>
                    <a:pt x="290449" y="20228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Figura a mano libera 30">
              <a:extLst>
                <a:ext uri="{FF2B5EF4-FFF2-40B4-BE49-F238E27FC236}">
                  <a16:creationId xmlns:a16="http://schemas.microsoft.com/office/drawing/2014/main" id="{F77B145A-3DFB-2D80-9636-CE7BF7BCAE3F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5514515" y="5983136"/>
              <a:ext cx="166262" cy="335547"/>
            </a:xfrm>
            <a:custGeom>
              <a:avLst/>
              <a:gdLst>
                <a:gd name="csX0" fmla="*/ 103540 w 166262"/>
                <a:gd name="csY0" fmla="*/ 13174 h 335547"/>
                <a:gd name="csX1" fmla="*/ 91952 w 166262"/>
                <a:gd name="csY1" fmla="*/ 75 h 335547"/>
                <a:gd name="csX2" fmla="*/ 256 w 166262"/>
                <a:gd name="csY2" fmla="*/ 32319 h 335547"/>
                <a:gd name="csX3" fmla="*/ 256 w 166262"/>
                <a:gd name="csY3" fmla="*/ 47938 h 335547"/>
                <a:gd name="csX4" fmla="*/ 66257 w 166262"/>
                <a:gd name="csY4" fmla="*/ 34839 h 335547"/>
                <a:gd name="csX5" fmla="*/ 66257 w 166262"/>
                <a:gd name="csY5" fmla="*/ 295820 h 335547"/>
                <a:gd name="csX6" fmla="*/ 19401 w 166262"/>
                <a:gd name="csY6" fmla="*/ 320003 h 335547"/>
                <a:gd name="csX7" fmla="*/ 3279 w 166262"/>
                <a:gd name="csY7" fmla="*/ 320003 h 335547"/>
                <a:gd name="csX8" fmla="*/ 3279 w 166262"/>
                <a:gd name="csY8" fmla="*/ 335622 h 335547"/>
                <a:gd name="csX9" fmla="*/ 84898 w 166262"/>
                <a:gd name="csY9" fmla="*/ 334110 h 335547"/>
                <a:gd name="csX10" fmla="*/ 166518 w 166262"/>
                <a:gd name="csY10" fmla="*/ 335622 h 335547"/>
                <a:gd name="csX11" fmla="*/ 166518 w 166262"/>
                <a:gd name="csY11" fmla="*/ 320003 h 335547"/>
                <a:gd name="csX12" fmla="*/ 150395 w 166262"/>
                <a:gd name="csY12" fmla="*/ 320003 h 335547"/>
                <a:gd name="csX13" fmla="*/ 103540 w 166262"/>
                <a:gd name="csY13" fmla="*/ 295820 h 335547"/>
                <a:gd name="csX14" fmla="*/ 103540 w 166262"/>
                <a:gd name="csY14" fmla="*/ 13174 h 3355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6262" h="335547">
                  <a:moveTo>
                    <a:pt x="103540" y="13174"/>
                  </a:moveTo>
                  <a:cubicBezTo>
                    <a:pt x="103540" y="1082"/>
                    <a:pt x="103540" y="75"/>
                    <a:pt x="91952" y="75"/>
                  </a:cubicBezTo>
                  <a:cubicBezTo>
                    <a:pt x="60715" y="32319"/>
                    <a:pt x="16378" y="32319"/>
                    <a:pt x="256" y="32319"/>
                  </a:cubicBezTo>
                  <a:lnTo>
                    <a:pt x="256" y="47938"/>
                  </a:lnTo>
                  <a:cubicBezTo>
                    <a:pt x="10332" y="47938"/>
                    <a:pt x="40058" y="47938"/>
                    <a:pt x="66257" y="34839"/>
                  </a:cubicBezTo>
                  <a:lnTo>
                    <a:pt x="66257" y="295820"/>
                  </a:lnTo>
                  <a:cubicBezTo>
                    <a:pt x="66257" y="313957"/>
                    <a:pt x="64745" y="320003"/>
                    <a:pt x="19401" y="320003"/>
                  </a:cubicBezTo>
                  <a:lnTo>
                    <a:pt x="3279" y="320003"/>
                  </a:lnTo>
                  <a:lnTo>
                    <a:pt x="3279" y="335622"/>
                  </a:lnTo>
                  <a:cubicBezTo>
                    <a:pt x="20912" y="334110"/>
                    <a:pt x="64745" y="334110"/>
                    <a:pt x="84898" y="334110"/>
                  </a:cubicBezTo>
                  <a:cubicBezTo>
                    <a:pt x="105051" y="334110"/>
                    <a:pt x="148884" y="334110"/>
                    <a:pt x="166518" y="335622"/>
                  </a:cubicBezTo>
                  <a:lnTo>
                    <a:pt x="166518" y="320003"/>
                  </a:lnTo>
                  <a:lnTo>
                    <a:pt x="150395" y="320003"/>
                  </a:lnTo>
                  <a:cubicBezTo>
                    <a:pt x="105051" y="320003"/>
                    <a:pt x="103540" y="314461"/>
                    <a:pt x="103540" y="295820"/>
                  </a:cubicBezTo>
                  <a:lnTo>
                    <a:pt x="103540" y="13174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Figura a mano libera 31">
              <a:extLst>
                <a:ext uri="{FF2B5EF4-FFF2-40B4-BE49-F238E27FC236}">
                  <a16:creationId xmlns:a16="http://schemas.microsoft.com/office/drawing/2014/main" id="{D4F47B4C-5C3B-EE79-F1E6-92067313E929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15750305" y="5940815"/>
              <a:ext cx="116887" cy="503824"/>
            </a:xfrm>
            <a:custGeom>
              <a:avLst/>
              <a:gdLst>
                <a:gd name="csX0" fmla="*/ 117148 w 116887"/>
                <a:gd name="csY0" fmla="*/ 251987 h 503824"/>
                <a:gd name="csX1" fmla="*/ 83896 w 116887"/>
                <a:gd name="csY1" fmla="*/ 94794 h 503824"/>
                <a:gd name="csX2" fmla="*/ 5299 w 116887"/>
                <a:gd name="csY2" fmla="*/ 75 h 503824"/>
                <a:gd name="csX3" fmla="*/ 261 w 116887"/>
                <a:gd name="csY3" fmla="*/ 5113 h 503824"/>
                <a:gd name="csX4" fmla="*/ 9833 w 116887"/>
                <a:gd name="csY4" fmla="*/ 16701 h 503824"/>
                <a:gd name="csX5" fmla="*/ 87926 w 116887"/>
                <a:gd name="csY5" fmla="*/ 251987 h 503824"/>
                <a:gd name="csX6" fmla="*/ 6810 w 116887"/>
                <a:gd name="csY6" fmla="*/ 490296 h 503824"/>
                <a:gd name="csX7" fmla="*/ 261 w 116887"/>
                <a:gd name="csY7" fmla="*/ 498861 h 503824"/>
                <a:gd name="csX8" fmla="*/ 5299 w 116887"/>
                <a:gd name="csY8" fmla="*/ 503899 h 503824"/>
                <a:gd name="csX9" fmla="*/ 85407 w 116887"/>
                <a:gd name="csY9" fmla="*/ 405653 h 503824"/>
                <a:gd name="csX10" fmla="*/ 117148 w 116887"/>
                <a:gd name="csY10" fmla="*/ 251987 h 503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6887" h="503824">
                  <a:moveTo>
                    <a:pt x="117148" y="251987"/>
                  </a:moveTo>
                  <a:cubicBezTo>
                    <a:pt x="117148" y="212689"/>
                    <a:pt x="111606" y="151726"/>
                    <a:pt x="83896" y="94794"/>
                  </a:cubicBezTo>
                  <a:cubicBezTo>
                    <a:pt x="53666" y="32823"/>
                    <a:pt x="10337" y="75"/>
                    <a:pt x="5299" y="75"/>
                  </a:cubicBezTo>
                  <a:cubicBezTo>
                    <a:pt x="2276" y="75"/>
                    <a:pt x="261" y="2090"/>
                    <a:pt x="261" y="5113"/>
                  </a:cubicBezTo>
                  <a:cubicBezTo>
                    <a:pt x="261" y="6624"/>
                    <a:pt x="261" y="7632"/>
                    <a:pt x="9833" y="16701"/>
                  </a:cubicBezTo>
                  <a:cubicBezTo>
                    <a:pt x="59208" y="66580"/>
                    <a:pt x="87926" y="146688"/>
                    <a:pt x="87926" y="251987"/>
                  </a:cubicBezTo>
                  <a:cubicBezTo>
                    <a:pt x="87926" y="338141"/>
                    <a:pt x="69285" y="426814"/>
                    <a:pt x="6810" y="490296"/>
                  </a:cubicBezTo>
                  <a:cubicBezTo>
                    <a:pt x="261" y="496342"/>
                    <a:pt x="261" y="497350"/>
                    <a:pt x="261" y="498861"/>
                  </a:cubicBezTo>
                  <a:cubicBezTo>
                    <a:pt x="261" y="501884"/>
                    <a:pt x="2276" y="503899"/>
                    <a:pt x="5299" y="503899"/>
                  </a:cubicBezTo>
                  <a:cubicBezTo>
                    <a:pt x="10337" y="503899"/>
                    <a:pt x="55681" y="469639"/>
                    <a:pt x="85407" y="405653"/>
                  </a:cubicBezTo>
                  <a:cubicBezTo>
                    <a:pt x="111102" y="350233"/>
                    <a:pt x="117148" y="294308"/>
                    <a:pt x="117148" y="251987"/>
                  </a:cubicBez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Figura a mano libera 32">
              <a:extLst>
                <a:ext uri="{FF2B5EF4-FFF2-40B4-BE49-F238E27FC236}">
                  <a16:creationId xmlns:a16="http://schemas.microsoft.com/office/drawing/2014/main" id="{52FCAA8D-7B00-DF0D-CA6F-A4C139752659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15960849" y="6265278"/>
              <a:ext cx="58947" cy="150643"/>
            </a:xfrm>
            <a:custGeom>
              <a:avLst/>
              <a:gdLst>
                <a:gd name="csX0" fmla="*/ 59212 w 58947"/>
                <a:gd name="csY0" fmla="*/ 52976 h 150643"/>
                <a:gd name="csX1" fmla="*/ 26967 w 58947"/>
                <a:gd name="csY1" fmla="*/ 75 h 150643"/>
                <a:gd name="csX2" fmla="*/ 265 w 58947"/>
                <a:gd name="csY2" fmla="*/ 26777 h 150643"/>
                <a:gd name="csX3" fmla="*/ 26967 w 58947"/>
                <a:gd name="csY3" fmla="*/ 53480 h 150643"/>
                <a:gd name="csX4" fmla="*/ 44601 w 58947"/>
                <a:gd name="csY4" fmla="*/ 46930 h 150643"/>
                <a:gd name="csX5" fmla="*/ 47120 w 58947"/>
                <a:gd name="csY5" fmla="*/ 45419 h 150643"/>
                <a:gd name="csX6" fmla="*/ 48128 w 58947"/>
                <a:gd name="csY6" fmla="*/ 52976 h 150643"/>
                <a:gd name="csX7" fmla="*/ 13868 w 58947"/>
                <a:gd name="csY7" fmla="*/ 137115 h 150643"/>
                <a:gd name="csX8" fmla="*/ 8326 w 58947"/>
                <a:gd name="csY8" fmla="*/ 145176 h 150643"/>
                <a:gd name="csX9" fmla="*/ 13364 w 58947"/>
                <a:gd name="csY9" fmla="*/ 150718 h 150643"/>
                <a:gd name="csX10" fmla="*/ 59212 w 58947"/>
                <a:gd name="csY10" fmla="*/ 52976 h 1506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947" h="150643">
                  <a:moveTo>
                    <a:pt x="59212" y="52976"/>
                  </a:moveTo>
                  <a:cubicBezTo>
                    <a:pt x="59212" y="19724"/>
                    <a:pt x="46616" y="75"/>
                    <a:pt x="26967" y="75"/>
                  </a:cubicBezTo>
                  <a:cubicBezTo>
                    <a:pt x="10341" y="75"/>
                    <a:pt x="265" y="12670"/>
                    <a:pt x="265" y="26777"/>
                  </a:cubicBezTo>
                  <a:cubicBezTo>
                    <a:pt x="265" y="40381"/>
                    <a:pt x="10341" y="53480"/>
                    <a:pt x="26967" y="53480"/>
                  </a:cubicBezTo>
                  <a:cubicBezTo>
                    <a:pt x="33013" y="53480"/>
                    <a:pt x="39563" y="51465"/>
                    <a:pt x="44601" y="46930"/>
                  </a:cubicBezTo>
                  <a:cubicBezTo>
                    <a:pt x="46113" y="45923"/>
                    <a:pt x="46616" y="45419"/>
                    <a:pt x="47120" y="45419"/>
                  </a:cubicBezTo>
                  <a:cubicBezTo>
                    <a:pt x="47624" y="45419"/>
                    <a:pt x="48128" y="45923"/>
                    <a:pt x="48128" y="52976"/>
                  </a:cubicBezTo>
                  <a:cubicBezTo>
                    <a:pt x="48128" y="90259"/>
                    <a:pt x="30494" y="120489"/>
                    <a:pt x="13868" y="137115"/>
                  </a:cubicBezTo>
                  <a:cubicBezTo>
                    <a:pt x="8326" y="142657"/>
                    <a:pt x="8326" y="143665"/>
                    <a:pt x="8326" y="145176"/>
                  </a:cubicBezTo>
                  <a:cubicBezTo>
                    <a:pt x="8326" y="148703"/>
                    <a:pt x="10845" y="150718"/>
                    <a:pt x="13364" y="150718"/>
                  </a:cubicBezTo>
                  <a:cubicBezTo>
                    <a:pt x="18906" y="150718"/>
                    <a:pt x="59212" y="111924"/>
                    <a:pt x="59212" y="52976"/>
                  </a:cubicBez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Figura a mano libera 33">
              <a:extLst>
                <a:ext uri="{FF2B5EF4-FFF2-40B4-BE49-F238E27FC236}">
                  <a16:creationId xmlns:a16="http://schemas.microsoft.com/office/drawing/2014/main" id="{C7479E4D-651F-5E2C-D566-39B30EC943AE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16324717" y="6265278"/>
              <a:ext cx="53405" cy="53405"/>
            </a:xfrm>
            <a:custGeom>
              <a:avLst/>
              <a:gdLst>
                <a:gd name="csX0" fmla="*/ 53677 w 53405"/>
                <a:gd name="csY0" fmla="*/ 26777 h 53405"/>
                <a:gd name="csX1" fmla="*/ 26974 w 53405"/>
                <a:gd name="csY1" fmla="*/ 75 h 53405"/>
                <a:gd name="csX2" fmla="*/ 272 w 53405"/>
                <a:gd name="csY2" fmla="*/ 26777 h 53405"/>
                <a:gd name="csX3" fmla="*/ 26974 w 53405"/>
                <a:gd name="csY3" fmla="*/ 53480 h 53405"/>
                <a:gd name="csX4" fmla="*/ 53677 w 53405"/>
                <a:gd name="csY4" fmla="*/ 26777 h 534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3405" h="53405">
                  <a:moveTo>
                    <a:pt x="53677" y="26777"/>
                  </a:moveTo>
                  <a:cubicBezTo>
                    <a:pt x="53677" y="12167"/>
                    <a:pt x="41585" y="75"/>
                    <a:pt x="26974" y="75"/>
                  </a:cubicBezTo>
                  <a:cubicBezTo>
                    <a:pt x="12363" y="75"/>
                    <a:pt x="272" y="12167"/>
                    <a:pt x="272" y="26777"/>
                  </a:cubicBezTo>
                  <a:cubicBezTo>
                    <a:pt x="272" y="41388"/>
                    <a:pt x="12363" y="53480"/>
                    <a:pt x="26974" y="53480"/>
                  </a:cubicBezTo>
                  <a:cubicBezTo>
                    <a:pt x="41585" y="53480"/>
                    <a:pt x="53677" y="41388"/>
                    <a:pt x="53677" y="26777"/>
                  </a:cubicBez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Figura a mano libera 34">
              <a:extLst>
                <a:ext uri="{FF2B5EF4-FFF2-40B4-BE49-F238E27FC236}">
                  <a16:creationId xmlns:a16="http://schemas.microsoft.com/office/drawing/2014/main" id="{9A79BCC0-0BF8-C2AA-D51E-11108783AFB9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16548638" y="6265278"/>
              <a:ext cx="53405" cy="53405"/>
            </a:xfrm>
            <a:custGeom>
              <a:avLst/>
              <a:gdLst>
                <a:gd name="csX0" fmla="*/ 53682 w 53405"/>
                <a:gd name="csY0" fmla="*/ 26777 h 53405"/>
                <a:gd name="csX1" fmla="*/ 26979 w 53405"/>
                <a:gd name="csY1" fmla="*/ 75 h 53405"/>
                <a:gd name="csX2" fmla="*/ 276 w 53405"/>
                <a:gd name="csY2" fmla="*/ 26777 h 53405"/>
                <a:gd name="csX3" fmla="*/ 26979 w 53405"/>
                <a:gd name="csY3" fmla="*/ 53480 h 53405"/>
                <a:gd name="csX4" fmla="*/ 53682 w 53405"/>
                <a:gd name="csY4" fmla="*/ 26777 h 534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3405" h="53405">
                  <a:moveTo>
                    <a:pt x="53682" y="26777"/>
                  </a:moveTo>
                  <a:cubicBezTo>
                    <a:pt x="53682" y="12167"/>
                    <a:pt x="41590" y="75"/>
                    <a:pt x="26979" y="75"/>
                  </a:cubicBezTo>
                  <a:cubicBezTo>
                    <a:pt x="12368" y="75"/>
                    <a:pt x="276" y="12167"/>
                    <a:pt x="276" y="26777"/>
                  </a:cubicBezTo>
                  <a:cubicBezTo>
                    <a:pt x="276" y="41388"/>
                    <a:pt x="12368" y="53480"/>
                    <a:pt x="26979" y="53480"/>
                  </a:cubicBezTo>
                  <a:cubicBezTo>
                    <a:pt x="41590" y="53480"/>
                    <a:pt x="53682" y="41388"/>
                    <a:pt x="53682" y="26777"/>
                  </a:cubicBez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6" name="Figura a mano libera 35">
              <a:extLst>
                <a:ext uri="{FF2B5EF4-FFF2-40B4-BE49-F238E27FC236}">
                  <a16:creationId xmlns:a16="http://schemas.microsoft.com/office/drawing/2014/main" id="{169EB970-4A14-5EC1-F7ED-E8B71AF8A2C6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16772558" y="6265278"/>
              <a:ext cx="53405" cy="53405"/>
            </a:xfrm>
            <a:custGeom>
              <a:avLst/>
              <a:gdLst>
                <a:gd name="csX0" fmla="*/ 53686 w 53405"/>
                <a:gd name="csY0" fmla="*/ 26777 h 53405"/>
                <a:gd name="csX1" fmla="*/ 26983 w 53405"/>
                <a:gd name="csY1" fmla="*/ 75 h 53405"/>
                <a:gd name="csX2" fmla="*/ 281 w 53405"/>
                <a:gd name="csY2" fmla="*/ 26777 h 53405"/>
                <a:gd name="csX3" fmla="*/ 26983 w 53405"/>
                <a:gd name="csY3" fmla="*/ 53480 h 53405"/>
                <a:gd name="csX4" fmla="*/ 53686 w 53405"/>
                <a:gd name="csY4" fmla="*/ 26777 h 534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3405" h="53405">
                  <a:moveTo>
                    <a:pt x="53686" y="26777"/>
                  </a:moveTo>
                  <a:cubicBezTo>
                    <a:pt x="53686" y="12167"/>
                    <a:pt x="41594" y="75"/>
                    <a:pt x="26983" y="75"/>
                  </a:cubicBezTo>
                  <a:cubicBezTo>
                    <a:pt x="12372" y="75"/>
                    <a:pt x="281" y="12167"/>
                    <a:pt x="281" y="26777"/>
                  </a:cubicBezTo>
                  <a:cubicBezTo>
                    <a:pt x="281" y="41388"/>
                    <a:pt x="12372" y="53480"/>
                    <a:pt x="26983" y="53480"/>
                  </a:cubicBezTo>
                  <a:cubicBezTo>
                    <a:pt x="41594" y="53480"/>
                    <a:pt x="53686" y="41388"/>
                    <a:pt x="53686" y="26777"/>
                  </a:cubicBez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7" name="Figura a mano libera 36">
              <a:extLst>
                <a:ext uri="{FF2B5EF4-FFF2-40B4-BE49-F238E27FC236}">
                  <a16:creationId xmlns:a16="http://schemas.microsoft.com/office/drawing/2014/main" id="{1D664793-792D-DC86-4262-388733ED7DCB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16996478" y="6265278"/>
              <a:ext cx="58947" cy="150643"/>
            </a:xfrm>
            <a:custGeom>
              <a:avLst/>
              <a:gdLst>
                <a:gd name="csX0" fmla="*/ 59232 w 58947"/>
                <a:gd name="csY0" fmla="*/ 52976 h 150643"/>
                <a:gd name="csX1" fmla="*/ 26988 w 58947"/>
                <a:gd name="csY1" fmla="*/ 75 h 150643"/>
                <a:gd name="csX2" fmla="*/ 285 w 58947"/>
                <a:gd name="csY2" fmla="*/ 26777 h 150643"/>
                <a:gd name="csX3" fmla="*/ 26988 w 58947"/>
                <a:gd name="csY3" fmla="*/ 53480 h 150643"/>
                <a:gd name="csX4" fmla="*/ 44622 w 58947"/>
                <a:gd name="csY4" fmla="*/ 46930 h 150643"/>
                <a:gd name="csX5" fmla="*/ 47141 w 58947"/>
                <a:gd name="csY5" fmla="*/ 45419 h 150643"/>
                <a:gd name="csX6" fmla="*/ 48148 w 58947"/>
                <a:gd name="csY6" fmla="*/ 52976 h 150643"/>
                <a:gd name="csX7" fmla="*/ 13888 w 58947"/>
                <a:gd name="csY7" fmla="*/ 137115 h 150643"/>
                <a:gd name="csX8" fmla="*/ 8346 w 58947"/>
                <a:gd name="csY8" fmla="*/ 145176 h 150643"/>
                <a:gd name="csX9" fmla="*/ 13384 w 58947"/>
                <a:gd name="csY9" fmla="*/ 150718 h 150643"/>
                <a:gd name="csX10" fmla="*/ 59232 w 58947"/>
                <a:gd name="csY10" fmla="*/ 52976 h 1506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947" h="150643">
                  <a:moveTo>
                    <a:pt x="59232" y="52976"/>
                  </a:moveTo>
                  <a:cubicBezTo>
                    <a:pt x="59232" y="19724"/>
                    <a:pt x="46637" y="75"/>
                    <a:pt x="26988" y="75"/>
                  </a:cubicBezTo>
                  <a:cubicBezTo>
                    <a:pt x="10362" y="75"/>
                    <a:pt x="285" y="12670"/>
                    <a:pt x="285" y="26777"/>
                  </a:cubicBezTo>
                  <a:cubicBezTo>
                    <a:pt x="285" y="40381"/>
                    <a:pt x="10362" y="53480"/>
                    <a:pt x="26988" y="53480"/>
                  </a:cubicBezTo>
                  <a:cubicBezTo>
                    <a:pt x="33034" y="53480"/>
                    <a:pt x="39583" y="51465"/>
                    <a:pt x="44622" y="46930"/>
                  </a:cubicBezTo>
                  <a:cubicBezTo>
                    <a:pt x="46133" y="45923"/>
                    <a:pt x="46637" y="45419"/>
                    <a:pt x="47141" y="45419"/>
                  </a:cubicBezTo>
                  <a:cubicBezTo>
                    <a:pt x="47645" y="45419"/>
                    <a:pt x="48148" y="45923"/>
                    <a:pt x="48148" y="52976"/>
                  </a:cubicBezTo>
                  <a:cubicBezTo>
                    <a:pt x="48148" y="90259"/>
                    <a:pt x="30514" y="120489"/>
                    <a:pt x="13888" y="137115"/>
                  </a:cubicBezTo>
                  <a:cubicBezTo>
                    <a:pt x="8346" y="142657"/>
                    <a:pt x="8346" y="143665"/>
                    <a:pt x="8346" y="145176"/>
                  </a:cubicBezTo>
                  <a:cubicBezTo>
                    <a:pt x="8346" y="148703"/>
                    <a:pt x="10865" y="150718"/>
                    <a:pt x="13384" y="150718"/>
                  </a:cubicBezTo>
                  <a:cubicBezTo>
                    <a:pt x="18927" y="150718"/>
                    <a:pt x="59232" y="111924"/>
                    <a:pt x="59232" y="52976"/>
                  </a:cubicBez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Figura a mano libera 37">
              <a:extLst>
                <a:ext uri="{FF2B5EF4-FFF2-40B4-BE49-F238E27FC236}">
                  <a16:creationId xmlns:a16="http://schemas.microsoft.com/office/drawing/2014/main" id="{F3BD8288-1730-A52A-D1E3-28E31C5347BB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17330621" y="5974571"/>
              <a:ext cx="415151" cy="344112"/>
            </a:xfrm>
            <a:custGeom>
              <a:avLst/>
              <a:gdLst>
                <a:gd name="csX0" fmla="*/ 231044 w 415151"/>
                <a:gd name="csY0" fmla="*/ 137115 h 344112"/>
                <a:gd name="csX1" fmla="*/ 188723 w 415151"/>
                <a:gd name="csY1" fmla="*/ 36854 h 344112"/>
                <a:gd name="csX2" fmla="*/ 186203 w 415151"/>
                <a:gd name="csY2" fmla="*/ 30304 h 344112"/>
                <a:gd name="csX3" fmla="*/ 215929 w 415151"/>
                <a:gd name="csY3" fmla="*/ 15693 h 344112"/>
                <a:gd name="csX4" fmla="*/ 226006 w 415151"/>
                <a:gd name="csY4" fmla="*/ 6121 h 344112"/>
                <a:gd name="csX5" fmla="*/ 218448 w 415151"/>
                <a:gd name="csY5" fmla="*/ 75 h 344112"/>
                <a:gd name="csX6" fmla="*/ 154966 w 415151"/>
                <a:gd name="csY6" fmla="*/ 1586 h 344112"/>
                <a:gd name="csX7" fmla="*/ 98538 w 415151"/>
                <a:gd name="csY7" fmla="*/ 75 h 344112"/>
                <a:gd name="csX8" fmla="*/ 89469 w 415151"/>
                <a:gd name="csY8" fmla="*/ 10151 h 344112"/>
                <a:gd name="csX9" fmla="*/ 101057 w 415151"/>
                <a:gd name="csY9" fmla="*/ 15693 h 344112"/>
                <a:gd name="csX10" fmla="*/ 138844 w 415151"/>
                <a:gd name="csY10" fmla="*/ 31816 h 344112"/>
                <a:gd name="csX11" fmla="*/ 198295 w 415151"/>
                <a:gd name="csY11" fmla="*/ 172383 h 344112"/>
                <a:gd name="csX12" fmla="*/ 91988 w 415151"/>
                <a:gd name="csY12" fmla="*/ 286751 h 344112"/>
                <a:gd name="csX13" fmla="*/ 85439 w 415151"/>
                <a:gd name="csY13" fmla="*/ 292293 h 344112"/>
                <a:gd name="csX14" fmla="*/ 11376 w 415151"/>
                <a:gd name="csY14" fmla="*/ 328568 h 344112"/>
                <a:gd name="csX15" fmla="*/ 292 w 415151"/>
                <a:gd name="csY15" fmla="*/ 338645 h 344112"/>
                <a:gd name="csX16" fmla="*/ 6842 w 415151"/>
                <a:gd name="csY16" fmla="*/ 344187 h 344112"/>
                <a:gd name="csX17" fmla="*/ 54201 w 415151"/>
                <a:gd name="csY17" fmla="*/ 342675 h 344112"/>
                <a:gd name="csX18" fmla="*/ 110630 w 415151"/>
                <a:gd name="csY18" fmla="*/ 344187 h 344112"/>
                <a:gd name="csX19" fmla="*/ 119699 w 415151"/>
                <a:gd name="csY19" fmla="*/ 334110 h 344112"/>
                <a:gd name="csX20" fmla="*/ 113653 w 415151"/>
                <a:gd name="csY20" fmla="*/ 328568 h 344112"/>
                <a:gd name="csX21" fmla="*/ 93500 w 415151"/>
                <a:gd name="csY21" fmla="*/ 312950 h 344112"/>
                <a:gd name="csX22" fmla="*/ 107103 w 415151"/>
                <a:gd name="csY22" fmla="*/ 290278 h 344112"/>
                <a:gd name="csX23" fmla="*/ 158493 w 415151"/>
                <a:gd name="csY23" fmla="*/ 235865 h 344112"/>
                <a:gd name="csX24" fmla="*/ 203837 w 415151"/>
                <a:gd name="csY24" fmla="*/ 186490 h 344112"/>
                <a:gd name="csX25" fmla="*/ 254724 w 415151"/>
                <a:gd name="csY25" fmla="*/ 306904 h 344112"/>
                <a:gd name="csX26" fmla="*/ 257243 w 415151"/>
                <a:gd name="csY26" fmla="*/ 313957 h 344112"/>
                <a:gd name="csX27" fmla="*/ 228021 w 415151"/>
                <a:gd name="csY27" fmla="*/ 328568 h 344112"/>
                <a:gd name="csX28" fmla="*/ 217944 w 415151"/>
                <a:gd name="csY28" fmla="*/ 338141 h 344112"/>
                <a:gd name="csX29" fmla="*/ 225502 w 415151"/>
                <a:gd name="csY29" fmla="*/ 344187 h 344112"/>
                <a:gd name="csX30" fmla="*/ 288984 w 415151"/>
                <a:gd name="csY30" fmla="*/ 342675 h 344112"/>
                <a:gd name="csX31" fmla="*/ 344908 w 415151"/>
                <a:gd name="csY31" fmla="*/ 344187 h 344112"/>
                <a:gd name="csX32" fmla="*/ 354481 w 415151"/>
                <a:gd name="csY32" fmla="*/ 334614 h 344112"/>
                <a:gd name="csX33" fmla="*/ 345412 w 415151"/>
                <a:gd name="csY33" fmla="*/ 328568 h 344112"/>
                <a:gd name="csX34" fmla="*/ 302083 w 415151"/>
                <a:gd name="csY34" fmla="*/ 306400 h 344112"/>
                <a:gd name="csX35" fmla="*/ 237090 w 415151"/>
                <a:gd name="csY35" fmla="*/ 150718 h 344112"/>
                <a:gd name="csX36" fmla="*/ 340374 w 415151"/>
                <a:gd name="csY36" fmla="*/ 41388 h 344112"/>
                <a:gd name="csX37" fmla="*/ 404360 w 415151"/>
                <a:gd name="csY37" fmla="*/ 15693 h 344112"/>
                <a:gd name="csX38" fmla="*/ 415444 w 415151"/>
                <a:gd name="csY38" fmla="*/ 5617 h 344112"/>
                <a:gd name="csX39" fmla="*/ 408894 w 415151"/>
                <a:gd name="csY39" fmla="*/ 75 h 344112"/>
                <a:gd name="csX40" fmla="*/ 361534 w 415151"/>
                <a:gd name="csY40" fmla="*/ 1586 h 344112"/>
                <a:gd name="csX41" fmla="*/ 305610 w 415151"/>
                <a:gd name="csY41" fmla="*/ 75 h 344112"/>
                <a:gd name="csX42" fmla="*/ 296037 w 415151"/>
                <a:gd name="csY42" fmla="*/ 10151 h 344112"/>
                <a:gd name="csX43" fmla="*/ 302083 w 415151"/>
                <a:gd name="csY43" fmla="*/ 15693 h 344112"/>
                <a:gd name="csX44" fmla="*/ 322236 w 415151"/>
                <a:gd name="csY44" fmla="*/ 31312 h 344112"/>
                <a:gd name="csX45" fmla="*/ 312663 w 415151"/>
                <a:gd name="csY45" fmla="*/ 49450 h 344112"/>
                <a:gd name="csX46" fmla="*/ 231044 w 415151"/>
                <a:gd name="csY46" fmla="*/ 137115 h 3441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415151" h="344112">
                  <a:moveTo>
                    <a:pt x="231044" y="137115"/>
                  </a:moveTo>
                  <a:lnTo>
                    <a:pt x="188723" y="36854"/>
                  </a:lnTo>
                  <a:cubicBezTo>
                    <a:pt x="187211" y="32823"/>
                    <a:pt x="186203" y="30808"/>
                    <a:pt x="186203" y="30304"/>
                  </a:cubicBezTo>
                  <a:cubicBezTo>
                    <a:pt x="186203" y="27281"/>
                    <a:pt x="194769" y="17709"/>
                    <a:pt x="215929" y="15693"/>
                  </a:cubicBezTo>
                  <a:cubicBezTo>
                    <a:pt x="220967" y="15189"/>
                    <a:pt x="226006" y="14686"/>
                    <a:pt x="226006" y="6121"/>
                  </a:cubicBezTo>
                  <a:cubicBezTo>
                    <a:pt x="226006" y="75"/>
                    <a:pt x="219960" y="75"/>
                    <a:pt x="218448" y="75"/>
                  </a:cubicBezTo>
                  <a:cubicBezTo>
                    <a:pt x="197791" y="75"/>
                    <a:pt x="176127" y="1586"/>
                    <a:pt x="154966" y="1586"/>
                  </a:cubicBezTo>
                  <a:cubicBezTo>
                    <a:pt x="142371" y="1586"/>
                    <a:pt x="111134" y="75"/>
                    <a:pt x="98538" y="75"/>
                  </a:cubicBezTo>
                  <a:cubicBezTo>
                    <a:pt x="95515" y="75"/>
                    <a:pt x="89469" y="75"/>
                    <a:pt x="89469" y="10151"/>
                  </a:cubicBezTo>
                  <a:cubicBezTo>
                    <a:pt x="89469" y="15693"/>
                    <a:pt x="94507" y="15693"/>
                    <a:pt x="101057" y="15693"/>
                  </a:cubicBezTo>
                  <a:cubicBezTo>
                    <a:pt x="131287" y="15693"/>
                    <a:pt x="134310" y="20732"/>
                    <a:pt x="138844" y="31816"/>
                  </a:cubicBezTo>
                  <a:lnTo>
                    <a:pt x="198295" y="172383"/>
                  </a:lnTo>
                  <a:lnTo>
                    <a:pt x="91988" y="286751"/>
                  </a:lnTo>
                  <a:lnTo>
                    <a:pt x="85439" y="292293"/>
                  </a:lnTo>
                  <a:cubicBezTo>
                    <a:pt x="60751" y="318996"/>
                    <a:pt x="37071" y="327057"/>
                    <a:pt x="11376" y="328568"/>
                  </a:cubicBezTo>
                  <a:cubicBezTo>
                    <a:pt x="4827" y="329072"/>
                    <a:pt x="292" y="329072"/>
                    <a:pt x="292" y="338645"/>
                  </a:cubicBezTo>
                  <a:cubicBezTo>
                    <a:pt x="292" y="339149"/>
                    <a:pt x="292" y="344187"/>
                    <a:pt x="6842" y="344187"/>
                  </a:cubicBezTo>
                  <a:cubicBezTo>
                    <a:pt x="21957" y="344187"/>
                    <a:pt x="38583" y="342675"/>
                    <a:pt x="54201" y="342675"/>
                  </a:cubicBezTo>
                  <a:cubicBezTo>
                    <a:pt x="72843" y="342675"/>
                    <a:pt x="92492" y="344187"/>
                    <a:pt x="110630" y="344187"/>
                  </a:cubicBezTo>
                  <a:cubicBezTo>
                    <a:pt x="113653" y="344187"/>
                    <a:pt x="119699" y="344187"/>
                    <a:pt x="119699" y="334110"/>
                  </a:cubicBezTo>
                  <a:cubicBezTo>
                    <a:pt x="119699" y="329072"/>
                    <a:pt x="114660" y="328568"/>
                    <a:pt x="113653" y="328568"/>
                  </a:cubicBezTo>
                  <a:cubicBezTo>
                    <a:pt x="109118" y="328065"/>
                    <a:pt x="93500" y="327057"/>
                    <a:pt x="93500" y="312950"/>
                  </a:cubicBezTo>
                  <a:cubicBezTo>
                    <a:pt x="93500" y="304889"/>
                    <a:pt x="101057" y="296827"/>
                    <a:pt x="107103" y="290278"/>
                  </a:cubicBezTo>
                  <a:lnTo>
                    <a:pt x="158493" y="235865"/>
                  </a:lnTo>
                  <a:lnTo>
                    <a:pt x="203837" y="186490"/>
                  </a:lnTo>
                  <a:lnTo>
                    <a:pt x="254724" y="306904"/>
                  </a:lnTo>
                  <a:cubicBezTo>
                    <a:pt x="256739" y="312446"/>
                    <a:pt x="257243" y="312950"/>
                    <a:pt x="257243" y="313957"/>
                  </a:cubicBezTo>
                  <a:cubicBezTo>
                    <a:pt x="257243" y="317988"/>
                    <a:pt x="247670" y="326553"/>
                    <a:pt x="228021" y="328568"/>
                  </a:cubicBezTo>
                  <a:cubicBezTo>
                    <a:pt x="222479" y="329072"/>
                    <a:pt x="217944" y="329576"/>
                    <a:pt x="217944" y="338141"/>
                  </a:cubicBezTo>
                  <a:cubicBezTo>
                    <a:pt x="217944" y="344187"/>
                    <a:pt x="223487" y="344187"/>
                    <a:pt x="225502" y="344187"/>
                  </a:cubicBezTo>
                  <a:cubicBezTo>
                    <a:pt x="239609" y="344187"/>
                    <a:pt x="274877" y="342675"/>
                    <a:pt x="288984" y="342675"/>
                  </a:cubicBezTo>
                  <a:cubicBezTo>
                    <a:pt x="301579" y="342675"/>
                    <a:pt x="332313" y="344187"/>
                    <a:pt x="344908" y="344187"/>
                  </a:cubicBezTo>
                  <a:cubicBezTo>
                    <a:pt x="348435" y="344187"/>
                    <a:pt x="354481" y="344187"/>
                    <a:pt x="354481" y="334614"/>
                  </a:cubicBezTo>
                  <a:cubicBezTo>
                    <a:pt x="354481" y="328568"/>
                    <a:pt x="349443" y="328568"/>
                    <a:pt x="345412" y="328568"/>
                  </a:cubicBezTo>
                  <a:cubicBezTo>
                    <a:pt x="311656" y="328065"/>
                    <a:pt x="310648" y="326553"/>
                    <a:pt x="302083" y="306400"/>
                  </a:cubicBezTo>
                  <a:cubicBezTo>
                    <a:pt x="282434" y="259544"/>
                    <a:pt x="248678" y="180948"/>
                    <a:pt x="237090" y="150718"/>
                  </a:cubicBezTo>
                  <a:cubicBezTo>
                    <a:pt x="271350" y="115451"/>
                    <a:pt x="324251" y="55495"/>
                    <a:pt x="340374" y="41388"/>
                  </a:cubicBezTo>
                  <a:cubicBezTo>
                    <a:pt x="354985" y="29297"/>
                    <a:pt x="374130" y="17205"/>
                    <a:pt x="404360" y="15693"/>
                  </a:cubicBezTo>
                  <a:cubicBezTo>
                    <a:pt x="410909" y="15189"/>
                    <a:pt x="415444" y="15189"/>
                    <a:pt x="415444" y="5617"/>
                  </a:cubicBezTo>
                  <a:cubicBezTo>
                    <a:pt x="415444" y="5113"/>
                    <a:pt x="415444" y="75"/>
                    <a:pt x="408894" y="75"/>
                  </a:cubicBezTo>
                  <a:cubicBezTo>
                    <a:pt x="393779" y="75"/>
                    <a:pt x="377153" y="1586"/>
                    <a:pt x="361534" y="1586"/>
                  </a:cubicBezTo>
                  <a:cubicBezTo>
                    <a:pt x="342893" y="1586"/>
                    <a:pt x="323748" y="75"/>
                    <a:pt x="305610" y="75"/>
                  </a:cubicBezTo>
                  <a:cubicBezTo>
                    <a:pt x="302587" y="75"/>
                    <a:pt x="296037" y="75"/>
                    <a:pt x="296037" y="10151"/>
                  </a:cubicBezTo>
                  <a:cubicBezTo>
                    <a:pt x="296037" y="13678"/>
                    <a:pt x="298556" y="15189"/>
                    <a:pt x="302083" y="15693"/>
                  </a:cubicBezTo>
                  <a:cubicBezTo>
                    <a:pt x="306618" y="16197"/>
                    <a:pt x="322236" y="17205"/>
                    <a:pt x="322236" y="31312"/>
                  </a:cubicBezTo>
                  <a:cubicBezTo>
                    <a:pt x="322236" y="38365"/>
                    <a:pt x="316694" y="44915"/>
                    <a:pt x="312663" y="49450"/>
                  </a:cubicBezTo>
                  <a:lnTo>
                    <a:pt x="231044" y="137115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9" name="Figura a mano libera 38">
              <a:extLst>
                <a:ext uri="{FF2B5EF4-FFF2-40B4-BE49-F238E27FC236}">
                  <a16:creationId xmlns:a16="http://schemas.microsoft.com/office/drawing/2014/main" id="{8740BA11-526A-1CF9-3393-95C6D053D764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17750999" y="6238726"/>
              <a:ext cx="163994" cy="159057"/>
            </a:xfrm>
            <a:custGeom>
              <a:avLst/>
              <a:gdLst>
                <a:gd name="csX0" fmla="*/ 66604 w 163994"/>
                <a:gd name="csY0" fmla="*/ 84366 h 159057"/>
                <a:gd name="csX1" fmla="*/ 75773 w 163994"/>
                <a:gd name="csY1" fmla="*/ 48746 h 159057"/>
                <a:gd name="csX2" fmla="*/ 97992 w 163994"/>
                <a:gd name="csY2" fmla="*/ 19826 h 159057"/>
                <a:gd name="csX3" fmla="*/ 126559 w 163994"/>
                <a:gd name="csY3" fmla="*/ 9951 h 159057"/>
                <a:gd name="csX4" fmla="*/ 145956 w 163994"/>
                <a:gd name="csY4" fmla="*/ 14889 h 159057"/>
                <a:gd name="csX5" fmla="*/ 130438 w 163994"/>
                <a:gd name="csY5" fmla="*/ 34286 h 159057"/>
                <a:gd name="csX6" fmla="*/ 144545 w 163994"/>
                <a:gd name="csY6" fmla="*/ 47335 h 159057"/>
                <a:gd name="csX7" fmla="*/ 164295 w 163994"/>
                <a:gd name="csY7" fmla="*/ 25822 h 159057"/>
                <a:gd name="csX8" fmla="*/ 126912 w 163994"/>
                <a:gd name="csY8" fmla="*/ 76 h 159057"/>
                <a:gd name="csX9" fmla="*/ 77184 w 163994"/>
                <a:gd name="csY9" fmla="*/ 25116 h 159057"/>
                <a:gd name="csX10" fmla="*/ 40858 w 163994"/>
                <a:gd name="csY10" fmla="*/ 76 h 159057"/>
                <a:gd name="csX11" fmla="*/ 13349 w 163994"/>
                <a:gd name="csY11" fmla="*/ 18063 h 159057"/>
                <a:gd name="csX12" fmla="*/ 300 w 163994"/>
                <a:gd name="csY12" fmla="*/ 54036 h 159057"/>
                <a:gd name="csX13" fmla="*/ 6296 w 163994"/>
                <a:gd name="csY13" fmla="*/ 58621 h 159057"/>
                <a:gd name="csX14" fmla="*/ 14055 w 163994"/>
                <a:gd name="csY14" fmla="*/ 48040 h 159057"/>
                <a:gd name="csX15" fmla="*/ 39800 w 163994"/>
                <a:gd name="csY15" fmla="*/ 9951 h 159057"/>
                <a:gd name="csX16" fmla="*/ 51439 w 163994"/>
                <a:gd name="csY16" fmla="*/ 27232 h 159057"/>
                <a:gd name="csX17" fmla="*/ 45796 w 163994"/>
                <a:gd name="csY17" fmla="*/ 56505 h 159057"/>
                <a:gd name="csX18" fmla="*/ 38037 w 163994"/>
                <a:gd name="csY18" fmla="*/ 88246 h 159057"/>
                <a:gd name="csX19" fmla="*/ 26751 w 163994"/>
                <a:gd name="csY19" fmla="*/ 133388 h 159057"/>
                <a:gd name="csX20" fmla="*/ 23224 w 163994"/>
                <a:gd name="csY20" fmla="*/ 147848 h 159057"/>
                <a:gd name="csX21" fmla="*/ 35216 w 163994"/>
                <a:gd name="csY21" fmla="*/ 159134 h 159057"/>
                <a:gd name="csX22" fmla="*/ 50381 w 163994"/>
                <a:gd name="csY22" fmla="*/ 148906 h 159057"/>
                <a:gd name="csX23" fmla="*/ 57081 w 163994"/>
                <a:gd name="csY23" fmla="*/ 122455 h 159057"/>
                <a:gd name="csX24" fmla="*/ 66604 w 163994"/>
                <a:gd name="csY24" fmla="*/ 84366 h 1590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63994" h="159057">
                  <a:moveTo>
                    <a:pt x="66604" y="84366"/>
                  </a:moveTo>
                  <a:cubicBezTo>
                    <a:pt x="66956" y="82250"/>
                    <a:pt x="75068" y="50509"/>
                    <a:pt x="75773" y="48746"/>
                  </a:cubicBezTo>
                  <a:cubicBezTo>
                    <a:pt x="76479" y="45924"/>
                    <a:pt x="86706" y="28290"/>
                    <a:pt x="97992" y="19826"/>
                  </a:cubicBezTo>
                  <a:cubicBezTo>
                    <a:pt x="101871" y="17005"/>
                    <a:pt x="111394" y="9951"/>
                    <a:pt x="126559" y="9951"/>
                  </a:cubicBezTo>
                  <a:cubicBezTo>
                    <a:pt x="130086" y="9951"/>
                    <a:pt x="138903" y="10304"/>
                    <a:pt x="145956" y="14889"/>
                  </a:cubicBezTo>
                  <a:cubicBezTo>
                    <a:pt x="134670" y="18063"/>
                    <a:pt x="130438" y="27938"/>
                    <a:pt x="130438" y="34286"/>
                  </a:cubicBezTo>
                  <a:cubicBezTo>
                    <a:pt x="130438" y="42045"/>
                    <a:pt x="136434" y="47335"/>
                    <a:pt x="144545" y="47335"/>
                  </a:cubicBezTo>
                  <a:cubicBezTo>
                    <a:pt x="152657" y="47335"/>
                    <a:pt x="164295" y="40634"/>
                    <a:pt x="164295" y="25822"/>
                  </a:cubicBezTo>
                  <a:cubicBezTo>
                    <a:pt x="164295" y="7482"/>
                    <a:pt x="144898" y="76"/>
                    <a:pt x="126912" y="76"/>
                  </a:cubicBezTo>
                  <a:cubicBezTo>
                    <a:pt x="108572" y="76"/>
                    <a:pt x="92702" y="7482"/>
                    <a:pt x="77184" y="25116"/>
                  </a:cubicBezTo>
                  <a:cubicBezTo>
                    <a:pt x="70836" y="3603"/>
                    <a:pt x="49323" y="76"/>
                    <a:pt x="40858" y="76"/>
                  </a:cubicBezTo>
                  <a:cubicBezTo>
                    <a:pt x="27809" y="76"/>
                    <a:pt x="18992" y="8188"/>
                    <a:pt x="13349" y="18063"/>
                  </a:cubicBezTo>
                  <a:cubicBezTo>
                    <a:pt x="5238" y="31817"/>
                    <a:pt x="300" y="52272"/>
                    <a:pt x="300" y="54036"/>
                  </a:cubicBezTo>
                  <a:cubicBezTo>
                    <a:pt x="300" y="58621"/>
                    <a:pt x="5238" y="58621"/>
                    <a:pt x="6296" y="58621"/>
                  </a:cubicBezTo>
                  <a:cubicBezTo>
                    <a:pt x="11233" y="58621"/>
                    <a:pt x="11586" y="57563"/>
                    <a:pt x="14055" y="48040"/>
                  </a:cubicBezTo>
                  <a:cubicBezTo>
                    <a:pt x="19345" y="26527"/>
                    <a:pt x="26046" y="9951"/>
                    <a:pt x="39800" y="9951"/>
                  </a:cubicBezTo>
                  <a:cubicBezTo>
                    <a:pt x="48970" y="9951"/>
                    <a:pt x="51439" y="17710"/>
                    <a:pt x="51439" y="27232"/>
                  </a:cubicBezTo>
                  <a:cubicBezTo>
                    <a:pt x="51439" y="33933"/>
                    <a:pt x="48265" y="46982"/>
                    <a:pt x="45796" y="56505"/>
                  </a:cubicBezTo>
                  <a:cubicBezTo>
                    <a:pt x="43327" y="66027"/>
                    <a:pt x="39800" y="80487"/>
                    <a:pt x="38037" y="88246"/>
                  </a:cubicBezTo>
                  <a:lnTo>
                    <a:pt x="26751" y="133388"/>
                  </a:lnTo>
                  <a:cubicBezTo>
                    <a:pt x="25341" y="137973"/>
                    <a:pt x="23224" y="146790"/>
                    <a:pt x="23224" y="147848"/>
                  </a:cubicBezTo>
                  <a:cubicBezTo>
                    <a:pt x="23224" y="155607"/>
                    <a:pt x="29573" y="159134"/>
                    <a:pt x="35216" y="159134"/>
                  </a:cubicBezTo>
                  <a:cubicBezTo>
                    <a:pt x="40506" y="159134"/>
                    <a:pt x="47559" y="155960"/>
                    <a:pt x="50381" y="148906"/>
                  </a:cubicBezTo>
                  <a:cubicBezTo>
                    <a:pt x="51086" y="146790"/>
                    <a:pt x="54965" y="131272"/>
                    <a:pt x="57081" y="122455"/>
                  </a:cubicBezTo>
                  <a:lnTo>
                    <a:pt x="66604" y="84366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0" name="Figura a mano libera 39">
              <a:extLst>
                <a:ext uri="{FF2B5EF4-FFF2-40B4-BE49-F238E27FC236}">
                  <a16:creationId xmlns:a16="http://schemas.microsoft.com/office/drawing/2014/main" id="{1EFA9C74-9EA6-3356-A38B-5E6E2C58DBB5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17953853" y="6238726"/>
              <a:ext cx="179865" cy="159057"/>
            </a:xfrm>
            <a:custGeom>
              <a:avLst/>
              <a:gdLst>
                <a:gd name="csX0" fmla="*/ 127621 w 179865"/>
                <a:gd name="csY0" fmla="*/ 20884 h 159057"/>
                <a:gd name="csX1" fmla="*/ 91295 w 179865"/>
                <a:gd name="csY1" fmla="*/ 76 h 159057"/>
                <a:gd name="csX2" fmla="*/ 304 w 179865"/>
                <a:gd name="csY2" fmla="*/ 100589 h 159057"/>
                <a:gd name="csX3" fmla="*/ 53559 w 179865"/>
                <a:gd name="csY3" fmla="*/ 159134 h 159057"/>
                <a:gd name="csX4" fmla="*/ 103639 w 179865"/>
                <a:gd name="csY4" fmla="*/ 134446 h 159057"/>
                <a:gd name="csX5" fmla="*/ 139965 w 179865"/>
                <a:gd name="csY5" fmla="*/ 159134 h 159057"/>
                <a:gd name="csX6" fmla="*/ 167826 w 179865"/>
                <a:gd name="csY6" fmla="*/ 140442 h 159057"/>
                <a:gd name="csX7" fmla="*/ 180170 w 179865"/>
                <a:gd name="csY7" fmla="*/ 105174 h 159057"/>
                <a:gd name="csX8" fmla="*/ 174527 w 179865"/>
                <a:gd name="csY8" fmla="*/ 100589 h 159057"/>
                <a:gd name="csX9" fmla="*/ 166768 w 179865"/>
                <a:gd name="csY9" fmla="*/ 111522 h 159057"/>
                <a:gd name="csX10" fmla="*/ 141023 w 179865"/>
                <a:gd name="csY10" fmla="*/ 149259 h 159057"/>
                <a:gd name="csX11" fmla="*/ 129384 w 179865"/>
                <a:gd name="csY11" fmla="*/ 131977 h 159057"/>
                <a:gd name="csX12" fmla="*/ 134674 w 179865"/>
                <a:gd name="csY12" fmla="*/ 104116 h 159057"/>
                <a:gd name="csX13" fmla="*/ 142433 w 179865"/>
                <a:gd name="csY13" fmla="*/ 72375 h 159057"/>
                <a:gd name="csX14" fmla="*/ 149487 w 179865"/>
                <a:gd name="csY14" fmla="*/ 45572 h 159057"/>
                <a:gd name="csX15" fmla="*/ 155835 w 179865"/>
                <a:gd name="csY15" fmla="*/ 18063 h 159057"/>
                <a:gd name="csX16" fmla="*/ 143844 w 179865"/>
                <a:gd name="csY16" fmla="*/ 6777 h 159057"/>
                <a:gd name="csX17" fmla="*/ 127621 w 179865"/>
                <a:gd name="csY17" fmla="*/ 20884 h 159057"/>
                <a:gd name="csX18" fmla="*/ 105050 w 179865"/>
                <a:gd name="csY18" fmla="*/ 111522 h 159057"/>
                <a:gd name="csX19" fmla="*/ 87063 w 179865"/>
                <a:gd name="csY19" fmla="*/ 135152 h 159057"/>
                <a:gd name="csX20" fmla="*/ 54617 w 179865"/>
                <a:gd name="csY20" fmla="*/ 149259 h 159057"/>
                <a:gd name="csX21" fmla="*/ 28871 w 179865"/>
                <a:gd name="csY21" fmla="*/ 115049 h 159057"/>
                <a:gd name="csX22" fmla="*/ 47210 w 179865"/>
                <a:gd name="csY22" fmla="*/ 43455 h 159057"/>
                <a:gd name="csX23" fmla="*/ 91295 w 179865"/>
                <a:gd name="csY23" fmla="*/ 9951 h 159057"/>
                <a:gd name="csX24" fmla="*/ 122683 w 179865"/>
                <a:gd name="csY24" fmla="*/ 40634 h 159057"/>
                <a:gd name="csX25" fmla="*/ 121625 w 179865"/>
                <a:gd name="csY25" fmla="*/ 45572 h 159057"/>
                <a:gd name="csX26" fmla="*/ 105050 w 179865"/>
                <a:gd name="csY26" fmla="*/ 111522 h 1590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79865" h="159057">
                  <a:moveTo>
                    <a:pt x="127621" y="20884"/>
                  </a:moveTo>
                  <a:cubicBezTo>
                    <a:pt x="120215" y="9246"/>
                    <a:pt x="108224" y="76"/>
                    <a:pt x="91295" y="76"/>
                  </a:cubicBezTo>
                  <a:cubicBezTo>
                    <a:pt x="46152" y="76"/>
                    <a:pt x="304" y="49804"/>
                    <a:pt x="304" y="100589"/>
                  </a:cubicBezTo>
                  <a:cubicBezTo>
                    <a:pt x="304" y="134799"/>
                    <a:pt x="23228" y="159134"/>
                    <a:pt x="53559" y="159134"/>
                  </a:cubicBezTo>
                  <a:cubicBezTo>
                    <a:pt x="72603" y="159134"/>
                    <a:pt x="89532" y="148201"/>
                    <a:pt x="103639" y="134446"/>
                  </a:cubicBezTo>
                  <a:cubicBezTo>
                    <a:pt x="110340" y="155607"/>
                    <a:pt x="130795" y="159134"/>
                    <a:pt x="139965" y="159134"/>
                  </a:cubicBezTo>
                  <a:cubicBezTo>
                    <a:pt x="152661" y="159134"/>
                    <a:pt x="161478" y="151375"/>
                    <a:pt x="167826" y="140442"/>
                  </a:cubicBezTo>
                  <a:cubicBezTo>
                    <a:pt x="175585" y="126687"/>
                    <a:pt x="180170" y="106585"/>
                    <a:pt x="180170" y="105174"/>
                  </a:cubicBezTo>
                  <a:cubicBezTo>
                    <a:pt x="180170" y="100589"/>
                    <a:pt x="175585" y="100589"/>
                    <a:pt x="174527" y="100589"/>
                  </a:cubicBezTo>
                  <a:cubicBezTo>
                    <a:pt x="169589" y="100589"/>
                    <a:pt x="169237" y="102000"/>
                    <a:pt x="166768" y="111522"/>
                  </a:cubicBezTo>
                  <a:cubicBezTo>
                    <a:pt x="162536" y="128451"/>
                    <a:pt x="155835" y="149259"/>
                    <a:pt x="141023" y="149259"/>
                  </a:cubicBezTo>
                  <a:cubicBezTo>
                    <a:pt x="131853" y="149259"/>
                    <a:pt x="129384" y="141500"/>
                    <a:pt x="129384" y="131977"/>
                  </a:cubicBezTo>
                  <a:cubicBezTo>
                    <a:pt x="129384" y="125982"/>
                    <a:pt x="132206" y="113286"/>
                    <a:pt x="134674" y="104116"/>
                  </a:cubicBezTo>
                  <a:cubicBezTo>
                    <a:pt x="137143" y="94594"/>
                    <a:pt x="140670" y="80134"/>
                    <a:pt x="142433" y="72375"/>
                  </a:cubicBezTo>
                  <a:lnTo>
                    <a:pt x="149487" y="45572"/>
                  </a:lnTo>
                  <a:cubicBezTo>
                    <a:pt x="151603" y="36402"/>
                    <a:pt x="155835" y="19826"/>
                    <a:pt x="155835" y="18063"/>
                  </a:cubicBezTo>
                  <a:cubicBezTo>
                    <a:pt x="155835" y="10304"/>
                    <a:pt x="149487" y="6777"/>
                    <a:pt x="143844" y="6777"/>
                  </a:cubicBezTo>
                  <a:cubicBezTo>
                    <a:pt x="137848" y="6777"/>
                    <a:pt x="129737" y="11009"/>
                    <a:pt x="127621" y="20884"/>
                  </a:cubicBezTo>
                  <a:close/>
                  <a:moveTo>
                    <a:pt x="105050" y="111522"/>
                  </a:moveTo>
                  <a:cubicBezTo>
                    <a:pt x="102581" y="121397"/>
                    <a:pt x="94822" y="128451"/>
                    <a:pt x="87063" y="135152"/>
                  </a:cubicBezTo>
                  <a:cubicBezTo>
                    <a:pt x="83889" y="137973"/>
                    <a:pt x="69782" y="149259"/>
                    <a:pt x="54617" y="149259"/>
                  </a:cubicBezTo>
                  <a:cubicBezTo>
                    <a:pt x="41568" y="149259"/>
                    <a:pt x="28871" y="140089"/>
                    <a:pt x="28871" y="115049"/>
                  </a:cubicBezTo>
                  <a:cubicBezTo>
                    <a:pt x="28871" y="96357"/>
                    <a:pt x="39099" y="57563"/>
                    <a:pt x="47210" y="43455"/>
                  </a:cubicBezTo>
                  <a:cubicBezTo>
                    <a:pt x="63434" y="15241"/>
                    <a:pt x="81420" y="9951"/>
                    <a:pt x="91295" y="9951"/>
                  </a:cubicBezTo>
                  <a:cubicBezTo>
                    <a:pt x="115982" y="9951"/>
                    <a:pt x="122683" y="36755"/>
                    <a:pt x="122683" y="40634"/>
                  </a:cubicBezTo>
                  <a:cubicBezTo>
                    <a:pt x="122683" y="42045"/>
                    <a:pt x="121978" y="44514"/>
                    <a:pt x="121625" y="45572"/>
                  </a:cubicBezTo>
                  <a:lnTo>
                    <a:pt x="105050" y="111522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" name="Figura a mano libera 40">
              <a:extLst>
                <a:ext uri="{FF2B5EF4-FFF2-40B4-BE49-F238E27FC236}">
                  <a16:creationId xmlns:a16="http://schemas.microsoft.com/office/drawing/2014/main" id="{C9EE4F35-623C-46CB-AB87-287BF23B61B1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18167457" y="6238373"/>
              <a:ext cx="258512" cy="159410"/>
            </a:xfrm>
            <a:custGeom>
              <a:avLst/>
              <a:gdLst>
                <a:gd name="csX0" fmla="*/ 169241 w 258512"/>
                <a:gd name="csY0" fmla="*/ 43455 h 159410"/>
                <a:gd name="csX1" fmla="*/ 175942 w 258512"/>
                <a:gd name="csY1" fmla="*/ 15241 h 159410"/>
                <a:gd name="csX2" fmla="*/ 164304 w 258512"/>
                <a:gd name="csY2" fmla="*/ 3956 h 159410"/>
                <a:gd name="csX3" fmla="*/ 149139 w 258512"/>
                <a:gd name="csY3" fmla="*/ 14183 h 159410"/>
                <a:gd name="csX4" fmla="*/ 142085 w 258512"/>
                <a:gd name="csY4" fmla="*/ 40634 h 159410"/>
                <a:gd name="csX5" fmla="*/ 131857 w 258512"/>
                <a:gd name="csY5" fmla="*/ 81192 h 159410"/>
                <a:gd name="csX6" fmla="*/ 126214 w 258512"/>
                <a:gd name="csY6" fmla="*/ 113638 h 159410"/>
                <a:gd name="csX7" fmla="*/ 116340 w 258512"/>
                <a:gd name="csY7" fmla="*/ 137973 h 159410"/>
                <a:gd name="csX8" fmla="*/ 92710 w 258512"/>
                <a:gd name="csY8" fmla="*/ 149611 h 159410"/>
                <a:gd name="csX9" fmla="*/ 60969 w 258512"/>
                <a:gd name="csY9" fmla="*/ 117165 h 159410"/>
                <a:gd name="csX10" fmla="*/ 77898 w 258512"/>
                <a:gd name="csY10" fmla="*/ 55094 h 159410"/>
                <a:gd name="csX11" fmla="*/ 85304 w 258512"/>
                <a:gd name="csY11" fmla="*/ 30406 h 159410"/>
                <a:gd name="csX12" fmla="*/ 51800 w 258512"/>
                <a:gd name="csY12" fmla="*/ 429 h 159410"/>
                <a:gd name="csX13" fmla="*/ 309 w 258512"/>
                <a:gd name="csY13" fmla="*/ 54389 h 159410"/>
                <a:gd name="csX14" fmla="*/ 6304 w 258512"/>
                <a:gd name="csY14" fmla="*/ 58973 h 159410"/>
                <a:gd name="csX15" fmla="*/ 12652 w 258512"/>
                <a:gd name="csY15" fmla="*/ 53330 h 159410"/>
                <a:gd name="csX16" fmla="*/ 50742 w 258512"/>
                <a:gd name="csY16" fmla="*/ 10304 h 159410"/>
                <a:gd name="csX17" fmla="*/ 59558 w 258512"/>
                <a:gd name="csY17" fmla="*/ 22648 h 159410"/>
                <a:gd name="csX18" fmla="*/ 54621 w 258512"/>
                <a:gd name="csY18" fmla="*/ 43103 h 159410"/>
                <a:gd name="csX19" fmla="*/ 34518 w 258512"/>
                <a:gd name="csY19" fmla="*/ 112580 h 159410"/>
                <a:gd name="csX20" fmla="*/ 91299 w 258512"/>
                <a:gd name="csY20" fmla="*/ 159486 h 159410"/>
                <a:gd name="csX21" fmla="*/ 131152 w 258512"/>
                <a:gd name="csY21" fmla="*/ 135857 h 159410"/>
                <a:gd name="csX22" fmla="*/ 180174 w 258512"/>
                <a:gd name="csY22" fmla="*/ 159486 h 159410"/>
                <a:gd name="csX23" fmla="*/ 234134 w 258512"/>
                <a:gd name="csY23" fmla="*/ 117870 h 159410"/>
                <a:gd name="csX24" fmla="*/ 258821 w 258512"/>
                <a:gd name="csY24" fmla="*/ 27938 h 159410"/>
                <a:gd name="csX25" fmla="*/ 241187 w 258512"/>
                <a:gd name="csY25" fmla="*/ 76 h 159410"/>
                <a:gd name="csX26" fmla="*/ 222143 w 258512"/>
                <a:gd name="csY26" fmla="*/ 18768 h 159410"/>
                <a:gd name="csX27" fmla="*/ 228138 w 258512"/>
                <a:gd name="csY27" fmla="*/ 29701 h 159410"/>
                <a:gd name="csX28" fmla="*/ 241187 w 258512"/>
                <a:gd name="csY28" fmla="*/ 57915 h 159410"/>
                <a:gd name="csX29" fmla="*/ 181585 w 258512"/>
                <a:gd name="csY29" fmla="*/ 149611 h 159410"/>
                <a:gd name="csX30" fmla="*/ 153018 w 258512"/>
                <a:gd name="csY30" fmla="*/ 118223 h 159410"/>
                <a:gd name="csX31" fmla="*/ 159366 w 258512"/>
                <a:gd name="csY31" fmla="*/ 82955 h 159410"/>
                <a:gd name="csX32" fmla="*/ 169241 w 258512"/>
                <a:gd name="csY32" fmla="*/ 43455 h 1594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258512" h="159410">
                  <a:moveTo>
                    <a:pt x="169241" y="43455"/>
                  </a:moveTo>
                  <a:cubicBezTo>
                    <a:pt x="171710" y="33933"/>
                    <a:pt x="175942" y="17005"/>
                    <a:pt x="175942" y="15241"/>
                  </a:cubicBezTo>
                  <a:cubicBezTo>
                    <a:pt x="175942" y="8188"/>
                    <a:pt x="170299" y="3956"/>
                    <a:pt x="164304" y="3956"/>
                  </a:cubicBezTo>
                  <a:cubicBezTo>
                    <a:pt x="157603" y="3956"/>
                    <a:pt x="151255" y="8188"/>
                    <a:pt x="149139" y="14183"/>
                  </a:cubicBezTo>
                  <a:cubicBezTo>
                    <a:pt x="148080" y="17005"/>
                    <a:pt x="144554" y="31817"/>
                    <a:pt x="142085" y="40634"/>
                  </a:cubicBezTo>
                  <a:cubicBezTo>
                    <a:pt x="137147" y="60737"/>
                    <a:pt x="137147" y="61442"/>
                    <a:pt x="131857" y="81192"/>
                  </a:cubicBezTo>
                  <a:cubicBezTo>
                    <a:pt x="127272" y="100589"/>
                    <a:pt x="126567" y="103411"/>
                    <a:pt x="126214" y="113638"/>
                  </a:cubicBezTo>
                  <a:cubicBezTo>
                    <a:pt x="127625" y="120692"/>
                    <a:pt x="124804" y="127393"/>
                    <a:pt x="116340" y="137973"/>
                  </a:cubicBezTo>
                  <a:cubicBezTo>
                    <a:pt x="111755" y="143616"/>
                    <a:pt x="104701" y="149611"/>
                    <a:pt x="92710" y="149611"/>
                  </a:cubicBezTo>
                  <a:cubicBezTo>
                    <a:pt x="78956" y="149611"/>
                    <a:pt x="60969" y="144674"/>
                    <a:pt x="60969" y="117165"/>
                  </a:cubicBezTo>
                  <a:cubicBezTo>
                    <a:pt x="60969" y="99178"/>
                    <a:pt x="70844" y="73080"/>
                    <a:pt x="77898" y="55094"/>
                  </a:cubicBezTo>
                  <a:cubicBezTo>
                    <a:pt x="83893" y="39576"/>
                    <a:pt x="85304" y="36402"/>
                    <a:pt x="85304" y="30406"/>
                  </a:cubicBezTo>
                  <a:cubicBezTo>
                    <a:pt x="85304" y="13478"/>
                    <a:pt x="70844" y="429"/>
                    <a:pt x="51800" y="429"/>
                  </a:cubicBezTo>
                  <a:cubicBezTo>
                    <a:pt x="16179" y="429"/>
                    <a:pt x="309" y="48393"/>
                    <a:pt x="309" y="54389"/>
                  </a:cubicBezTo>
                  <a:cubicBezTo>
                    <a:pt x="309" y="58973"/>
                    <a:pt x="5246" y="58973"/>
                    <a:pt x="6304" y="58973"/>
                  </a:cubicBezTo>
                  <a:cubicBezTo>
                    <a:pt x="11242" y="58973"/>
                    <a:pt x="11594" y="57210"/>
                    <a:pt x="12652" y="53330"/>
                  </a:cubicBezTo>
                  <a:cubicBezTo>
                    <a:pt x="21469" y="24058"/>
                    <a:pt x="36634" y="10304"/>
                    <a:pt x="50742" y="10304"/>
                  </a:cubicBezTo>
                  <a:cubicBezTo>
                    <a:pt x="56737" y="10304"/>
                    <a:pt x="59558" y="14183"/>
                    <a:pt x="59558" y="22648"/>
                  </a:cubicBezTo>
                  <a:cubicBezTo>
                    <a:pt x="59558" y="30759"/>
                    <a:pt x="56384" y="38518"/>
                    <a:pt x="54621" y="43103"/>
                  </a:cubicBezTo>
                  <a:cubicBezTo>
                    <a:pt x="34518" y="94594"/>
                    <a:pt x="34518" y="101647"/>
                    <a:pt x="34518" y="112580"/>
                  </a:cubicBezTo>
                  <a:cubicBezTo>
                    <a:pt x="34518" y="154196"/>
                    <a:pt x="72255" y="159486"/>
                    <a:pt x="91299" y="159486"/>
                  </a:cubicBezTo>
                  <a:cubicBezTo>
                    <a:pt x="98000" y="159486"/>
                    <a:pt x="115281" y="159486"/>
                    <a:pt x="131152" y="135857"/>
                  </a:cubicBezTo>
                  <a:cubicBezTo>
                    <a:pt x="139264" y="151727"/>
                    <a:pt x="158661" y="159486"/>
                    <a:pt x="180174" y="159486"/>
                  </a:cubicBezTo>
                  <a:cubicBezTo>
                    <a:pt x="211562" y="159486"/>
                    <a:pt x="227080" y="132330"/>
                    <a:pt x="234134" y="117870"/>
                  </a:cubicBezTo>
                  <a:cubicBezTo>
                    <a:pt x="249299" y="88246"/>
                    <a:pt x="258821" y="44161"/>
                    <a:pt x="258821" y="27938"/>
                  </a:cubicBezTo>
                  <a:cubicBezTo>
                    <a:pt x="258821" y="1487"/>
                    <a:pt x="243656" y="76"/>
                    <a:pt x="241187" y="76"/>
                  </a:cubicBezTo>
                  <a:cubicBezTo>
                    <a:pt x="232018" y="76"/>
                    <a:pt x="222143" y="9599"/>
                    <a:pt x="222143" y="18768"/>
                  </a:cubicBezTo>
                  <a:cubicBezTo>
                    <a:pt x="222143" y="24764"/>
                    <a:pt x="225669" y="27585"/>
                    <a:pt x="228138" y="29701"/>
                  </a:cubicBezTo>
                  <a:cubicBezTo>
                    <a:pt x="236602" y="36755"/>
                    <a:pt x="241187" y="46630"/>
                    <a:pt x="241187" y="57915"/>
                  </a:cubicBezTo>
                  <a:cubicBezTo>
                    <a:pt x="241187" y="62500"/>
                    <a:pt x="226375" y="149611"/>
                    <a:pt x="181585" y="149611"/>
                  </a:cubicBezTo>
                  <a:cubicBezTo>
                    <a:pt x="153018" y="149611"/>
                    <a:pt x="153018" y="124219"/>
                    <a:pt x="153018" y="118223"/>
                  </a:cubicBezTo>
                  <a:cubicBezTo>
                    <a:pt x="153018" y="108701"/>
                    <a:pt x="154429" y="103058"/>
                    <a:pt x="159366" y="82955"/>
                  </a:cubicBezTo>
                  <a:lnTo>
                    <a:pt x="169241" y="43455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2" name="Figura a mano libera 41">
              <a:extLst>
                <a:ext uri="{FF2B5EF4-FFF2-40B4-BE49-F238E27FC236}">
                  <a16:creationId xmlns:a16="http://schemas.microsoft.com/office/drawing/2014/main" id="{4606D619-023E-EE17-620D-45A594BA9ACD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18526905" y="5940815"/>
              <a:ext cx="116887" cy="503824"/>
            </a:xfrm>
            <a:custGeom>
              <a:avLst/>
              <a:gdLst>
                <a:gd name="csX0" fmla="*/ 117202 w 116887"/>
                <a:gd name="csY0" fmla="*/ 498861 h 503824"/>
                <a:gd name="csX1" fmla="*/ 108637 w 116887"/>
                <a:gd name="csY1" fmla="*/ 487777 h 503824"/>
                <a:gd name="csX2" fmla="*/ 29537 w 116887"/>
                <a:gd name="csY2" fmla="*/ 251987 h 503824"/>
                <a:gd name="csX3" fmla="*/ 110653 w 116887"/>
                <a:gd name="csY3" fmla="*/ 13678 h 503824"/>
                <a:gd name="csX4" fmla="*/ 117202 w 116887"/>
                <a:gd name="csY4" fmla="*/ 5113 h 503824"/>
                <a:gd name="csX5" fmla="*/ 112164 w 116887"/>
                <a:gd name="csY5" fmla="*/ 75 h 503824"/>
                <a:gd name="csX6" fmla="*/ 32056 w 116887"/>
                <a:gd name="csY6" fmla="*/ 98321 h 503824"/>
                <a:gd name="csX7" fmla="*/ 315 w 116887"/>
                <a:gd name="csY7" fmla="*/ 251987 h 503824"/>
                <a:gd name="csX8" fmla="*/ 33568 w 116887"/>
                <a:gd name="csY8" fmla="*/ 409180 h 503824"/>
                <a:gd name="csX9" fmla="*/ 112164 w 116887"/>
                <a:gd name="csY9" fmla="*/ 503899 h 503824"/>
                <a:gd name="csX10" fmla="*/ 117202 w 116887"/>
                <a:gd name="csY10" fmla="*/ 498861 h 503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6887" h="503824">
                  <a:moveTo>
                    <a:pt x="117202" y="498861"/>
                  </a:moveTo>
                  <a:cubicBezTo>
                    <a:pt x="117202" y="497350"/>
                    <a:pt x="117202" y="496342"/>
                    <a:pt x="108637" y="487777"/>
                  </a:cubicBezTo>
                  <a:cubicBezTo>
                    <a:pt x="45659" y="424295"/>
                    <a:pt x="29537" y="329072"/>
                    <a:pt x="29537" y="251987"/>
                  </a:cubicBezTo>
                  <a:cubicBezTo>
                    <a:pt x="29537" y="164322"/>
                    <a:pt x="48682" y="76656"/>
                    <a:pt x="110653" y="13678"/>
                  </a:cubicBezTo>
                  <a:cubicBezTo>
                    <a:pt x="117202" y="7632"/>
                    <a:pt x="117202" y="6624"/>
                    <a:pt x="117202" y="5113"/>
                  </a:cubicBezTo>
                  <a:cubicBezTo>
                    <a:pt x="117202" y="1586"/>
                    <a:pt x="115187" y="75"/>
                    <a:pt x="112164" y="75"/>
                  </a:cubicBezTo>
                  <a:cubicBezTo>
                    <a:pt x="107126" y="75"/>
                    <a:pt x="61782" y="34335"/>
                    <a:pt x="32056" y="98321"/>
                  </a:cubicBezTo>
                  <a:cubicBezTo>
                    <a:pt x="6361" y="153741"/>
                    <a:pt x="315" y="209666"/>
                    <a:pt x="315" y="251987"/>
                  </a:cubicBezTo>
                  <a:cubicBezTo>
                    <a:pt x="315" y="291285"/>
                    <a:pt x="5857" y="352248"/>
                    <a:pt x="33568" y="409180"/>
                  </a:cubicBezTo>
                  <a:cubicBezTo>
                    <a:pt x="63797" y="471151"/>
                    <a:pt x="107126" y="503899"/>
                    <a:pt x="112164" y="503899"/>
                  </a:cubicBezTo>
                  <a:cubicBezTo>
                    <a:pt x="115187" y="503899"/>
                    <a:pt x="117202" y="502388"/>
                    <a:pt x="117202" y="498861"/>
                  </a:cubicBez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3" name="Figura a mano libera 42">
              <a:extLst>
                <a:ext uri="{FF2B5EF4-FFF2-40B4-BE49-F238E27FC236}">
                  <a16:creationId xmlns:a16="http://schemas.microsoft.com/office/drawing/2014/main" id="{8CC93CF8-6200-B5A0-714B-1822EC8F0CA4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18700669" y="5969029"/>
              <a:ext cx="228232" cy="355196"/>
            </a:xfrm>
            <a:custGeom>
              <a:avLst/>
              <a:gdLst>
                <a:gd name="csX0" fmla="*/ 117206 w 228232"/>
                <a:gd name="csY0" fmla="*/ 5617 h 355196"/>
                <a:gd name="csX1" fmla="*/ 110657 w 228232"/>
                <a:gd name="csY1" fmla="*/ 75 h 355196"/>
                <a:gd name="csX2" fmla="*/ 49190 w 228232"/>
                <a:gd name="csY2" fmla="*/ 5113 h 355196"/>
                <a:gd name="csX3" fmla="*/ 39617 w 228232"/>
                <a:gd name="csY3" fmla="*/ 15189 h 355196"/>
                <a:gd name="csX4" fmla="*/ 51709 w 228232"/>
                <a:gd name="csY4" fmla="*/ 21235 h 355196"/>
                <a:gd name="csX5" fmla="*/ 76900 w 228232"/>
                <a:gd name="csY5" fmla="*/ 29800 h 355196"/>
                <a:gd name="csX6" fmla="*/ 75389 w 228232"/>
                <a:gd name="csY6" fmla="*/ 39877 h 355196"/>
                <a:gd name="csX7" fmla="*/ 2334 w 228232"/>
                <a:gd name="csY7" fmla="*/ 330080 h 355196"/>
                <a:gd name="csX8" fmla="*/ 319 w 228232"/>
                <a:gd name="csY8" fmla="*/ 341164 h 355196"/>
                <a:gd name="csX9" fmla="*/ 14930 w 228232"/>
                <a:gd name="csY9" fmla="*/ 355271 h 355196"/>
                <a:gd name="csX10" fmla="*/ 32060 w 228232"/>
                <a:gd name="csY10" fmla="*/ 344691 h 355196"/>
                <a:gd name="csX11" fmla="*/ 60274 w 228232"/>
                <a:gd name="csY11" fmla="*/ 234353 h 355196"/>
                <a:gd name="csX12" fmla="*/ 118718 w 228232"/>
                <a:gd name="csY12" fmla="*/ 277178 h 355196"/>
                <a:gd name="csX13" fmla="*/ 117206 w 228232"/>
                <a:gd name="csY13" fmla="*/ 287759 h 355196"/>
                <a:gd name="csX14" fmla="*/ 115191 w 228232"/>
                <a:gd name="csY14" fmla="*/ 305392 h 355196"/>
                <a:gd name="csX15" fmla="*/ 161543 w 228232"/>
                <a:gd name="csY15" fmla="*/ 355271 h 355196"/>
                <a:gd name="csX16" fmla="*/ 201345 w 228232"/>
                <a:gd name="csY16" fmla="*/ 328568 h 355196"/>
                <a:gd name="csX17" fmla="*/ 219483 w 228232"/>
                <a:gd name="csY17" fmla="*/ 277682 h 355196"/>
                <a:gd name="csX18" fmla="*/ 213437 w 228232"/>
                <a:gd name="csY18" fmla="*/ 272644 h 355196"/>
                <a:gd name="csX19" fmla="*/ 206383 w 228232"/>
                <a:gd name="csY19" fmla="*/ 281713 h 355196"/>
                <a:gd name="csX20" fmla="*/ 162551 w 228232"/>
                <a:gd name="csY20" fmla="*/ 344187 h 355196"/>
                <a:gd name="csX21" fmla="*/ 146428 w 228232"/>
                <a:gd name="csY21" fmla="*/ 320507 h 355196"/>
                <a:gd name="csX22" fmla="*/ 150459 w 228232"/>
                <a:gd name="csY22" fmla="*/ 292293 h 355196"/>
                <a:gd name="csX23" fmla="*/ 152474 w 228232"/>
                <a:gd name="csY23" fmla="*/ 276674 h 355196"/>
                <a:gd name="csX24" fmla="*/ 77908 w 228232"/>
                <a:gd name="csY24" fmla="*/ 223773 h 355196"/>
                <a:gd name="csX25" fmla="*/ 121237 w 228232"/>
                <a:gd name="csY25" fmla="*/ 186490 h 355196"/>
                <a:gd name="csX26" fmla="*/ 193284 w 228232"/>
                <a:gd name="csY26" fmla="*/ 138123 h 355196"/>
                <a:gd name="csX27" fmla="*/ 197818 w 228232"/>
                <a:gd name="csY27" fmla="*/ 138626 h 355196"/>
                <a:gd name="csX28" fmla="*/ 208399 w 228232"/>
                <a:gd name="csY28" fmla="*/ 142657 h 355196"/>
                <a:gd name="csX29" fmla="*/ 210414 w 228232"/>
                <a:gd name="csY29" fmla="*/ 144672 h 355196"/>
                <a:gd name="csX30" fmla="*/ 181696 w 228232"/>
                <a:gd name="csY30" fmla="*/ 171879 h 355196"/>
                <a:gd name="csX31" fmla="*/ 200841 w 228232"/>
                <a:gd name="csY31" fmla="*/ 189513 h 355196"/>
                <a:gd name="csX32" fmla="*/ 228552 w 228232"/>
                <a:gd name="csY32" fmla="*/ 158779 h 355196"/>
                <a:gd name="csX33" fmla="*/ 194292 w 228232"/>
                <a:gd name="csY33" fmla="*/ 127038 h 355196"/>
                <a:gd name="csX34" fmla="*/ 120733 w 228232"/>
                <a:gd name="csY34" fmla="*/ 171375 h 355196"/>
                <a:gd name="csX35" fmla="*/ 64809 w 228232"/>
                <a:gd name="csY35" fmla="*/ 218231 h 355196"/>
                <a:gd name="csX36" fmla="*/ 117206 w 228232"/>
                <a:gd name="csY36" fmla="*/ 5617 h 3551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228232" h="355196">
                  <a:moveTo>
                    <a:pt x="117206" y="5617"/>
                  </a:moveTo>
                  <a:cubicBezTo>
                    <a:pt x="117206" y="5113"/>
                    <a:pt x="117206" y="75"/>
                    <a:pt x="110657" y="75"/>
                  </a:cubicBezTo>
                  <a:cubicBezTo>
                    <a:pt x="99069" y="75"/>
                    <a:pt x="62289" y="4105"/>
                    <a:pt x="49190" y="5113"/>
                  </a:cubicBezTo>
                  <a:cubicBezTo>
                    <a:pt x="45159" y="5617"/>
                    <a:pt x="39617" y="6121"/>
                    <a:pt x="39617" y="15189"/>
                  </a:cubicBezTo>
                  <a:cubicBezTo>
                    <a:pt x="39617" y="21235"/>
                    <a:pt x="44152" y="21235"/>
                    <a:pt x="51709" y="21235"/>
                  </a:cubicBezTo>
                  <a:cubicBezTo>
                    <a:pt x="75893" y="21235"/>
                    <a:pt x="76900" y="24762"/>
                    <a:pt x="76900" y="29800"/>
                  </a:cubicBezTo>
                  <a:lnTo>
                    <a:pt x="75389" y="39877"/>
                  </a:lnTo>
                  <a:lnTo>
                    <a:pt x="2334" y="330080"/>
                  </a:lnTo>
                  <a:cubicBezTo>
                    <a:pt x="319" y="337133"/>
                    <a:pt x="319" y="338141"/>
                    <a:pt x="319" y="341164"/>
                  </a:cubicBezTo>
                  <a:cubicBezTo>
                    <a:pt x="319" y="352752"/>
                    <a:pt x="10396" y="355271"/>
                    <a:pt x="14930" y="355271"/>
                  </a:cubicBezTo>
                  <a:cubicBezTo>
                    <a:pt x="21480" y="355271"/>
                    <a:pt x="29037" y="350737"/>
                    <a:pt x="32060" y="344691"/>
                  </a:cubicBezTo>
                  <a:cubicBezTo>
                    <a:pt x="34579" y="340156"/>
                    <a:pt x="57251" y="246949"/>
                    <a:pt x="60274" y="234353"/>
                  </a:cubicBezTo>
                  <a:cubicBezTo>
                    <a:pt x="77404" y="235865"/>
                    <a:pt x="118718" y="243926"/>
                    <a:pt x="118718" y="277178"/>
                  </a:cubicBezTo>
                  <a:cubicBezTo>
                    <a:pt x="118718" y="280705"/>
                    <a:pt x="118718" y="282720"/>
                    <a:pt x="117206" y="287759"/>
                  </a:cubicBezTo>
                  <a:cubicBezTo>
                    <a:pt x="116199" y="293804"/>
                    <a:pt x="115191" y="299850"/>
                    <a:pt x="115191" y="305392"/>
                  </a:cubicBezTo>
                  <a:cubicBezTo>
                    <a:pt x="115191" y="335118"/>
                    <a:pt x="135344" y="355271"/>
                    <a:pt x="161543" y="355271"/>
                  </a:cubicBezTo>
                  <a:cubicBezTo>
                    <a:pt x="176658" y="355271"/>
                    <a:pt x="190261" y="347210"/>
                    <a:pt x="201345" y="328568"/>
                  </a:cubicBezTo>
                  <a:cubicBezTo>
                    <a:pt x="213941" y="306400"/>
                    <a:pt x="219483" y="278690"/>
                    <a:pt x="219483" y="277682"/>
                  </a:cubicBezTo>
                  <a:cubicBezTo>
                    <a:pt x="219483" y="272644"/>
                    <a:pt x="214948" y="272644"/>
                    <a:pt x="213437" y="272644"/>
                  </a:cubicBezTo>
                  <a:cubicBezTo>
                    <a:pt x="208399" y="272644"/>
                    <a:pt x="207895" y="274659"/>
                    <a:pt x="206383" y="281713"/>
                  </a:cubicBezTo>
                  <a:cubicBezTo>
                    <a:pt x="196307" y="318492"/>
                    <a:pt x="184719" y="344187"/>
                    <a:pt x="162551" y="344187"/>
                  </a:cubicBezTo>
                  <a:cubicBezTo>
                    <a:pt x="152978" y="344187"/>
                    <a:pt x="146428" y="338645"/>
                    <a:pt x="146428" y="320507"/>
                  </a:cubicBezTo>
                  <a:cubicBezTo>
                    <a:pt x="146428" y="311942"/>
                    <a:pt x="148443" y="300354"/>
                    <a:pt x="150459" y="292293"/>
                  </a:cubicBezTo>
                  <a:cubicBezTo>
                    <a:pt x="152474" y="283728"/>
                    <a:pt x="152474" y="281713"/>
                    <a:pt x="152474" y="276674"/>
                  </a:cubicBezTo>
                  <a:cubicBezTo>
                    <a:pt x="152474" y="243926"/>
                    <a:pt x="120733" y="229315"/>
                    <a:pt x="77908" y="223773"/>
                  </a:cubicBezTo>
                  <a:cubicBezTo>
                    <a:pt x="93527" y="214704"/>
                    <a:pt x="109649" y="198582"/>
                    <a:pt x="121237" y="186490"/>
                  </a:cubicBezTo>
                  <a:cubicBezTo>
                    <a:pt x="145421" y="159787"/>
                    <a:pt x="168596" y="138123"/>
                    <a:pt x="193284" y="138123"/>
                  </a:cubicBezTo>
                  <a:cubicBezTo>
                    <a:pt x="196307" y="138123"/>
                    <a:pt x="196811" y="138123"/>
                    <a:pt x="197818" y="138626"/>
                  </a:cubicBezTo>
                  <a:cubicBezTo>
                    <a:pt x="203864" y="139634"/>
                    <a:pt x="204368" y="139634"/>
                    <a:pt x="208399" y="142657"/>
                  </a:cubicBezTo>
                  <a:cubicBezTo>
                    <a:pt x="209406" y="143161"/>
                    <a:pt x="209406" y="143665"/>
                    <a:pt x="210414" y="144672"/>
                  </a:cubicBezTo>
                  <a:cubicBezTo>
                    <a:pt x="186230" y="146184"/>
                    <a:pt x="181696" y="165833"/>
                    <a:pt x="181696" y="171879"/>
                  </a:cubicBezTo>
                  <a:cubicBezTo>
                    <a:pt x="181696" y="179940"/>
                    <a:pt x="187238" y="189513"/>
                    <a:pt x="200841" y="189513"/>
                  </a:cubicBezTo>
                  <a:cubicBezTo>
                    <a:pt x="213941" y="189513"/>
                    <a:pt x="228552" y="178429"/>
                    <a:pt x="228552" y="158779"/>
                  </a:cubicBezTo>
                  <a:cubicBezTo>
                    <a:pt x="228552" y="143665"/>
                    <a:pt x="216964" y="127038"/>
                    <a:pt x="194292" y="127038"/>
                  </a:cubicBezTo>
                  <a:cubicBezTo>
                    <a:pt x="180184" y="127038"/>
                    <a:pt x="157008" y="131069"/>
                    <a:pt x="120733" y="171375"/>
                  </a:cubicBezTo>
                  <a:cubicBezTo>
                    <a:pt x="103603" y="190520"/>
                    <a:pt x="83954" y="210673"/>
                    <a:pt x="64809" y="218231"/>
                  </a:cubicBezTo>
                  <a:lnTo>
                    <a:pt x="117206" y="5617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Figura a mano libera 43">
              <a:extLst>
                <a:ext uri="{FF2B5EF4-FFF2-40B4-BE49-F238E27FC236}">
                  <a16:creationId xmlns:a16="http://schemas.microsoft.com/office/drawing/2014/main" id="{5320759A-1A45-0993-A61D-550C2A7331BF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19104888" y="6182651"/>
              <a:ext cx="307836" cy="20152"/>
            </a:xfrm>
            <a:custGeom>
              <a:avLst/>
              <a:gdLst>
                <a:gd name="csX0" fmla="*/ 290530 w 307836"/>
                <a:gd name="csY0" fmla="*/ 20228 h 20152"/>
                <a:gd name="csX1" fmla="*/ 308164 w 307836"/>
                <a:gd name="csY1" fmla="*/ 10151 h 20152"/>
                <a:gd name="csX2" fmla="*/ 290530 w 307836"/>
                <a:gd name="csY2" fmla="*/ 75 h 20152"/>
                <a:gd name="csX3" fmla="*/ 17961 w 307836"/>
                <a:gd name="csY3" fmla="*/ 75 h 20152"/>
                <a:gd name="csX4" fmla="*/ 327 w 307836"/>
                <a:gd name="csY4" fmla="*/ 10151 h 20152"/>
                <a:gd name="csX5" fmla="*/ 17961 w 307836"/>
                <a:gd name="csY5" fmla="*/ 20228 h 20152"/>
                <a:gd name="csX6" fmla="*/ 290530 w 307836"/>
                <a:gd name="csY6" fmla="*/ 20228 h 201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07836" h="20152">
                  <a:moveTo>
                    <a:pt x="290530" y="20228"/>
                  </a:moveTo>
                  <a:cubicBezTo>
                    <a:pt x="299095" y="20228"/>
                    <a:pt x="308164" y="20228"/>
                    <a:pt x="308164" y="10151"/>
                  </a:cubicBezTo>
                  <a:cubicBezTo>
                    <a:pt x="308164" y="75"/>
                    <a:pt x="299095" y="75"/>
                    <a:pt x="290530" y="75"/>
                  </a:cubicBezTo>
                  <a:lnTo>
                    <a:pt x="17961" y="75"/>
                  </a:lnTo>
                  <a:cubicBezTo>
                    <a:pt x="9396" y="75"/>
                    <a:pt x="327" y="75"/>
                    <a:pt x="327" y="10151"/>
                  </a:cubicBezTo>
                  <a:cubicBezTo>
                    <a:pt x="327" y="20228"/>
                    <a:pt x="9396" y="20228"/>
                    <a:pt x="17961" y="20228"/>
                  </a:cubicBezTo>
                  <a:lnTo>
                    <a:pt x="290530" y="20228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5" name="Figura a mano libera 44">
              <a:extLst>
                <a:ext uri="{FF2B5EF4-FFF2-40B4-BE49-F238E27FC236}">
                  <a16:creationId xmlns:a16="http://schemas.microsoft.com/office/drawing/2014/main" id="{DE1FD69C-BC3D-124B-3DBD-C21C70D4B0B2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19587047" y="5969029"/>
              <a:ext cx="239820" cy="355196"/>
            </a:xfrm>
            <a:custGeom>
              <a:avLst/>
              <a:gdLst>
                <a:gd name="csX0" fmla="*/ 240157 w 239820"/>
                <a:gd name="csY0" fmla="*/ 5617 h 355196"/>
                <a:gd name="csX1" fmla="*/ 233607 w 239820"/>
                <a:gd name="csY1" fmla="*/ 75 h 355196"/>
                <a:gd name="csX2" fmla="*/ 169622 w 239820"/>
                <a:gd name="csY2" fmla="*/ 5617 h 355196"/>
                <a:gd name="csX3" fmla="*/ 162568 w 239820"/>
                <a:gd name="csY3" fmla="*/ 15189 h 355196"/>
                <a:gd name="csX4" fmla="*/ 174660 w 239820"/>
                <a:gd name="csY4" fmla="*/ 21235 h 355196"/>
                <a:gd name="csX5" fmla="*/ 199851 w 239820"/>
                <a:gd name="csY5" fmla="*/ 29800 h 355196"/>
                <a:gd name="csX6" fmla="*/ 198340 w 239820"/>
                <a:gd name="csY6" fmla="*/ 39877 h 355196"/>
                <a:gd name="csX7" fmla="*/ 168110 w 239820"/>
                <a:gd name="csY7" fmla="*/ 159283 h 355196"/>
                <a:gd name="csX8" fmla="*/ 121758 w 239820"/>
                <a:gd name="csY8" fmla="*/ 127038 h 355196"/>
                <a:gd name="csX9" fmla="*/ 337 w 239820"/>
                <a:gd name="csY9" fmla="*/ 274659 h 355196"/>
                <a:gd name="csX10" fmla="*/ 67345 w 239820"/>
                <a:gd name="csY10" fmla="*/ 355271 h 355196"/>
                <a:gd name="csX11" fmla="*/ 132843 w 239820"/>
                <a:gd name="csY11" fmla="*/ 317484 h 355196"/>
                <a:gd name="csX12" fmla="*/ 178691 w 239820"/>
                <a:gd name="csY12" fmla="*/ 355271 h 355196"/>
                <a:gd name="csX13" fmla="*/ 215974 w 239820"/>
                <a:gd name="csY13" fmla="*/ 327561 h 355196"/>
                <a:gd name="csX14" fmla="*/ 231088 w 239820"/>
                <a:gd name="csY14" fmla="*/ 277682 h 355196"/>
                <a:gd name="csX15" fmla="*/ 225042 w 239820"/>
                <a:gd name="csY15" fmla="*/ 272644 h 355196"/>
                <a:gd name="csX16" fmla="*/ 217989 w 239820"/>
                <a:gd name="csY16" fmla="*/ 281713 h 355196"/>
                <a:gd name="csX17" fmla="*/ 179698 w 239820"/>
                <a:gd name="csY17" fmla="*/ 344187 h 355196"/>
                <a:gd name="csX18" fmla="*/ 164583 w 239820"/>
                <a:gd name="csY18" fmla="*/ 321011 h 355196"/>
                <a:gd name="csX19" fmla="*/ 167606 w 239820"/>
                <a:gd name="csY19" fmla="*/ 296827 h 355196"/>
                <a:gd name="csX20" fmla="*/ 240157 w 239820"/>
                <a:gd name="csY20" fmla="*/ 5617 h 355196"/>
                <a:gd name="csX21" fmla="*/ 135362 w 239820"/>
                <a:gd name="csY21" fmla="*/ 289774 h 355196"/>
                <a:gd name="csX22" fmla="*/ 125285 w 239820"/>
                <a:gd name="csY22" fmla="*/ 308415 h 355196"/>
                <a:gd name="csX23" fmla="*/ 68353 w 239820"/>
                <a:gd name="csY23" fmla="*/ 344187 h 355196"/>
                <a:gd name="csX24" fmla="*/ 36108 w 239820"/>
                <a:gd name="csY24" fmla="*/ 296827 h 355196"/>
                <a:gd name="csX25" fmla="*/ 63819 w 239820"/>
                <a:gd name="csY25" fmla="*/ 186490 h 355196"/>
                <a:gd name="csX26" fmla="*/ 122262 w 239820"/>
                <a:gd name="csY26" fmla="*/ 138123 h 355196"/>
                <a:gd name="csX27" fmla="*/ 162064 w 239820"/>
                <a:gd name="csY27" fmla="*/ 182459 h 355196"/>
                <a:gd name="csX28" fmla="*/ 160553 w 239820"/>
                <a:gd name="csY28" fmla="*/ 191024 h 355196"/>
                <a:gd name="csX29" fmla="*/ 135362 w 239820"/>
                <a:gd name="csY29" fmla="*/ 289774 h 3551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39820" h="355196">
                  <a:moveTo>
                    <a:pt x="240157" y="5617"/>
                  </a:moveTo>
                  <a:cubicBezTo>
                    <a:pt x="240157" y="5113"/>
                    <a:pt x="240157" y="75"/>
                    <a:pt x="233607" y="75"/>
                  </a:cubicBezTo>
                  <a:cubicBezTo>
                    <a:pt x="226050" y="75"/>
                    <a:pt x="178187" y="4609"/>
                    <a:pt x="169622" y="5617"/>
                  </a:cubicBezTo>
                  <a:cubicBezTo>
                    <a:pt x="165591" y="6121"/>
                    <a:pt x="162568" y="8640"/>
                    <a:pt x="162568" y="15189"/>
                  </a:cubicBezTo>
                  <a:cubicBezTo>
                    <a:pt x="162568" y="21235"/>
                    <a:pt x="167103" y="21235"/>
                    <a:pt x="174660" y="21235"/>
                  </a:cubicBezTo>
                  <a:cubicBezTo>
                    <a:pt x="198844" y="21235"/>
                    <a:pt x="199851" y="24762"/>
                    <a:pt x="199851" y="29800"/>
                  </a:cubicBezTo>
                  <a:lnTo>
                    <a:pt x="198340" y="39877"/>
                  </a:lnTo>
                  <a:lnTo>
                    <a:pt x="168110" y="159283"/>
                  </a:lnTo>
                  <a:cubicBezTo>
                    <a:pt x="159041" y="140642"/>
                    <a:pt x="144431" y="127038"/>
                    <a:pt x="121758" y="127038"/>
                  </a:cubicBezTo>
                  <a:cubicBezTo>
                    <a:pt x="62811" y="127038"/>
                    <a:pt x="337" y="201101"/>
                    <a:pt x="337" y="274659"/>
                  </a:cubicBezTo>
                  <a:cubicBezTo>
                    <a:pt x="337" y="322019"/>
                    <a:pt x="28047" y="355271"/>
                    <a:pt x="67345" y="355271"/>
                  </a:cubicBezTo>
                  <a:cubicBezTo>
                    <a:pt x="77422" y="355271"/>
                    <a:pt x="102613" y="353256"/>
                    <a:pt x="132843" y="317484"/>
                  </a:cubicBezTo>
                  <a:cubicBezTo>
                    <a:pt x="136873" y="338645"/>
                    <a:pt x="154507" y="355271"/>
                    <a:pt x="178691" y="355271"/>
                  </a:cubicBezTo>
                  <a:cubicBezTo>
                    <a:pt x="196324" y="355271"/>
                    <a:pt x="207912" y="343683"/>
                    <a:pt x="215974" y="327561"/>
                  </a:cubicBezTo>
                  <a:cubicBezTo>
                    <a:pt x="224539" y="309423"/>
                    <a:pt x="231088" y="278690"/>
                    <a:pt x="231088" y="277682"/>
                  </a:cubicBezTo>
                  <a:cubicBezTo>
                    <a:pt x="231088" y="272644"/>
                    <a:pt x="226554" y="272644"/>
                    <a:pt x="225042" y="272644"/>
                  </a:cubicBezTo>
                  <a:cubicBezTo>
                    <a:pt x="220004" y="272644"/>
                    <a:pt x="219500" y="274659"/>
                    <a:pt x="217989" y="281713"/>
                  </a:cubicBezTo>
                  <a:cubicBezTo>
                    <a:pt x="209424" y="314461"/>
                    <a:pt x="200355" y="344187"/>
                    <a:pt x="179698" y="344187"/>
                  </a:cubicBezTo>
                  <a:cubicBezTo>
                    <a:pt x="166095" y="344187"/>
                    <a:pt x="164583" y="331087"/>
                    <a:pt x="164583" y="321011"/>
                  </a:cubicBezTo>
                  <a:cubicBezTo>
                    <a:pt x="164583" y="308919"/>
                    <a:pt x="165591" y="305392"/>
                    <a:pt x="167606" y="296827"/>
                  </a:cubicBezTo>
                  <a:lnTo>
                    <a:pt x="240157" y="5617"/>
                  </a:lnTo>
                  <a:close/>
                  <a:moveTo>
                    <a:pt x="135362" y="289774"/>
                  </a:moveTo>
                  <a:cubicBezTo>
                    <a:pt x="132843" y="298843"/>
                    <a:pt x="132843" y="299850"/>
                    <a:pt x="125285" y="308415"/>
                  </a:cubicBezTo>
                  <a:cubicBezTo>
                    <a:pt x="103117" y="336126"/>
                    <a:pt x="82460" y="344187"/>
                    <a:pt x="68353" y="344187"/>
                  </a:cubicBezTo>
                  <a:cubicBezTo>
                    <a:pt x="43162" y="344187"/>
                    <a:pt x="36108" y="316477"/>
                    <a:pt x="36108" y="296827"/>
                  </a:cubicBezTo>
                  <a:cubicBezTo>
                    <a:pt x="36108" y="271636"/>
                    <a:pt x="52231" y="209666"/>
                    <a:pt x="63819" y="186490"/>
                  </a:cubicBezTo>
                  <a:cubicBezTo>
                    <a:pt x="79437" y="156764"/>
                    <a:pt x="102109" y="138123"/>
                    <a:pt x="122262" y="138123"/>
                  </a:cubicBezTo>
                  <a:cubicBezTo>
                    <a:pt x="155011" y="138123"/>
                    <a:pt x="162064" y="179436"/>
                    <a:pt x="162064" y="182459"/>
                  </a:cubicBezTo>
                  <a:cubicBezTo>
                    <a:pt x="162064" y="185482"/>
                    <a:pt x="161057" y="188505"/>
                    <a:pt x="160553" y="191024"/>
                  </a:cubicBezTo>
                  <a:lnTo>
                    <a:pt x="135362" y="289774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6" name="Figura a mano libera 45">
              <a:extLst>
                <a:ext uri="{FF2B5EF4-FFF2-40B4-BE49-F238E27FC236}">
                  <a16:creationId xmlns:a16="http://schemas.microsoft.com/office/drawing/2014/main" id="{7376D563-15C0-C0CC-60FE-0D555D8E0754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19857846" y="5940815"/>
              <a:ext cx="116887" cy="503824"/>
            </a:xfrm>
            <a:custGeom>
              <a:avLst/>
              <a:gdLst>
                <a:gd name="csX0" fmla="*/ 117229 w 116887"/>
                <a:gd name="csY0" fmla="*/ 251987 h 503824"/>
                <a:gd name="csX1" fmla="*/ 83977 w 116887"/>
                <a:gd name="csY1" fmla="*/ 94794 h 503824"/>
                <a:gd name="csX2" fmla="*/ 5380 w 116887"/>
                <a:gd name="csY2" fmla="*/ 75 h 503824"/>
                <a:gd name="csX3" fmla="*/ 342 w 116887"/>
                <a:gd name="csY3" fmla="*/ 5113 h 503824"/>
                <a:gd name="csX4" fmla="*/ 9915 w 116887"/>
                <a:gd name="csY4" fmla="*/ 16701 h 503824"/>
                <a:gd name="csX5" fmla="*/ 88007 w 116887"/>
                <a:gd name="csY5" fmla="*/ 251987 h 503824"/>
                <a:gd name="csX6" fmla="*/ 6892 w 116887"/>
                <a:gd name="csY6" fmla="*/ 490296 h 503824"/>
                <a:gd name="csX7" fmla="*/ 342 w 116887"/>
                <a:gd name="csY7" fmla="*/ 498861 h 503824"/>
                <a:gd name="csX8" fmla="*/ 5380 w 116887"/>
                <a:gd name="csY8" fmla="*/ 503899 h 503824"/>
                <a:gd name="csX9" fmla="*/ 85488 w 116887"/>
                <a:gd name="csY9" fmla="*/ 405653 h 503824"/>
                <a:gd name="csX10" fmla="*/ 117229 w 116887"/>
                <a:gd name="csY10" fmla="*/ 251987 h 503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6887" h="503824">
                  <a:moveTo>
                    <a:pt x="117229" y="251987"/>
                  </a:moveTo>
                  <a:cubicBezTo>
                    <a:pt x="117229" y="212689"/>
                    <a:pt x="111687" y="151726"/>
                    <a:pt x="83977" y="94794"/>
                  </a:cubicBezTo>
                  <a:cubicBezTo>
                    <a:pt x="53747" y="32823"/>
                    <a:pt x="10418" y="75"/>
                    <a:pt x="5380" y="75"/>
                  </a:cubicBezTo>
                  <a:cubicBezTo>
                    <a:pt x="2357" y="75"/>
                    <a:pt x="342" y="2090"/>
                    <a:pt x="342" y="5113"/>
                  </a:cubicBezTo>
                  <a:cubicBezTo>
                    <a:pt x="342" y="6624"/>
                    <a:pt x="342" y="7632"/>
                    <a:pt x="9915" y="16701"/>
                  </a:cubicBezTo>
                  <a:cubicBezTo>
                    <a:pt x="59289" y="66580"/>
                    <a:pt x="88007" y="146688"/>
                    <a:pt x="88007" y="251987"/>
                  </a:cubicBezTo>
                  <a:cubicBezTo>
                    <a:pt x="88007" y="338141"/>
                    <a:pt x="69366" y="426814"/>
                    <a:pt x="6892" y="490296"/>
                  </a:cubicBezTo>
                  <a:cubicBezTo>
                    <a:pt x="342" y="496342"/>
                    <a:pt x="342" y="497350"/>
                    <a:pt x="342" y="498861"/>
                  </a:cubicBezTo>
                  <a:cubicBezTo>
                    <a:pt x="342" y="501884"/>
                    <a:pt x="2357" y="503899"/>
                    <a:pt x="5380" y="503899"/>
                  </a:cubicBezTo>
                  <a:cubicBezTo>
                    <a:pt x="10418" y="503899"/>
                    <a:pt x="55763" y="469639"/>
                    <a:pt x="85488" y="405653"/>
                  </a:cubicBezTo>
                  <a:cubicBezTo>
                    <a:pt x="111183" y="350233"/>
                    <a:pt x="117229" y="294308"/>
                    <a:pt x="117229" y="251987"/>
                  </a:cubicBez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7" name="Figura a mano libera 46">
              <a:extLst>
                <a:ext uri="{FF2B5EF4-FFF2-40B4-BE49-F238E27FC236}">
                  <a16:creationId xmlns:a16="http://schemas.microsoft.com/office/drawing/2014/main" id="{0441A3DF-1714-AC34-967A-E7BD2BD1FE65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20034130" y="5739280"/>
              <a:ext cx="114368" cy="906380"/>
            </a:xfrm>
            <a:custGeom>
              <a:avLst/>
              <a:gdLst>
                <a:gd name="csX0" fmla="*/ 91034 w 114368"/>
                <a:gd name="csY0" fmla="*/ 882764 h 906380"/>
                <a:gd name="csX1" fmla="*/ 346 w 114368"/>
                <a:gd name="csY1" fmla="*/ 882764 h 906380"/>
                <a:gd name="csX2" fmla="*/ 346 w 114368"/>
                <a:gd name="csY2" fmla="*/ 906444 h 906380"/>
                <a:gd name="csX3" fmla="*/ 114714 w 114368"/>
                <a:gd name="csY3" fmla="*/ 906444 h 906380"/>
                <a:gd name="csX4" fmla="*/ 114714 w 114368"/>
                <a:gd name="csY4" fmla="*/ 64 h 906380"/>
                <a:gd name="csX5" fmla="*/ 346 w 114368"/>
                <a:gd name="csY5" fmla="*/ 64 h 906380"/>
                <a:gd name="csX6" fmla="*/ 346 w 114368"/>
                <a:gd name="csY6" fmla="*/ 23743 h 906380"/>
                <a:gd name="csX7" fmla="*/ 91034 w 114368"/>
                <a:gd name="csY7" fmla="*/ 23743 h 906380"/>
                <a:gd name="csX8" fmla="*/ 91034 w 114368"/>
                <a:gd name="csY8" fmla="*/ 882764 h 9063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4368" h="906380">
                  <a:moveTo>
                    <a:pt x="91034" y="882764"/>
                  </a:moveTo>
                  <a:lnTo>
                    <a:pt x="346" y="882764"/>
                  </a:lnTo>
                  <a:lnTo>
                    <a:pt x="346" y="906444"/>
                  </a:lnTo>
                  <a:lnTo>
                    <a:pt x="114714" y="906444"/>
                  </a:lnTo>
                  <a:lnTo>
                    <a:pt x="114714" y="64"/>
                  </a:lnTo>
                  <a:lnTo>
                    <a:pt x="346" y="64"/>
                  </a:lnTo>
                  <a:lnTo>
                    <a:pt x="346" y="23743"/>
                  </a:lnTo>
                  <a:lnTo>
                    <a:pt x="91034" y="23743"/>
                  </a:lnTo>
                  <a:lnTo>
                    <a:pt x="91034" y="882764"/>
                  </a:lnTo>
                  <a:close/>
                </a:path>
              </a:pathLst>
            </a:custGeom>
            <a:solidFill>
              <a:srgbClr val="000000"/>
            </a:solidFill>
            <a:ln w="505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57" name="Gruppo 456" descr="\documentclass{article}&#10;\usepackage{amsmath}&#10;\pagestyle{empty}&#10;\begin{document}&#10;&#10;$X_{lag}$&#10;&#10;\end{document}" title="IguanaTex Shape Display">
            <a:extLst>
              <a:ext uri="{FF2B5EF4-FFF2-40B4-BE49-F238E27FC236}">
                <a16:creationId xmlns:a16="http://schemas.microsoft.com/office/drawing/2014/main" id="{D6E183B7-0918-E307-B4FE-8925289E8D47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496046" y="2217271"/>
            <a:ext cx="945087" cy="444467"/>
            <a:chOff x="6450651" y="5098498"/>
            <a:chExt cx="945087" cy="444467"/>
          </a:xfrm>
        </p:grpSpPr>
        <p:sp>
          <p:nvSpPr>
            <p:cNvPr id="453" name="Figura a mano libera 452">
              <a:extLst>
                <a:ext uri="{FF2B5EF4-FFF2-40B4-BE49-F238E27FC236}">
                  <a16:creationId xmlns:a16="http://schemas.microsoft.com/office/drawing/2014/main" id="{0A3145F7-EBCE-09AD-00BA-FD616219AD35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6450651" y="5098498"/>
              <a:ext cx="417028" cy="311100"/>
            </a:xfrm>
            <a:custGeom>
              <a:avLst/>
              <a:gdLst>
                <a:gd name="csX0" fmla="*/ 231871 w 417028"/>
                <a:gd name="csY0" fmla="*/ 123957 h 311100"/>
                <a:gd name="csX1" fmla="*/ 189359 w 417028"/>
                <a:gd name="csY1" fmla="*/ 33314 h 311100"/>
                <a:gd name="csX2" fmla="*/ 186828 w 417028"/>
                <a:gd name="csY2" fmla="*/ 27392 h 311100"/>
                <a:gd name="csX3" fmla="*/ 216688 w 417028"/>
                <a:gd name="csY3" fmla="*/ 14183 h 311100"/>
                <a:gd name="csX4" fmla="*/ 226810 w 417028"/>
                <a:gd name="csY4" fmla="*/ 5529 h 311100"/>
                <a:gd name="csX5" fmla="*/ 219219 w 417028"/>
                <a:gd name="csY5" fmla="*/ 63 h 311100"/>
                <a:gd name="csX6" fmla="*/ 155450 w 417028"/>
                <a:gd name="csY6" fmla="*/ 1429 h 311100"/>
                <a:gd name="csX7" fmla="*/ 98767 w 417028"/>
                <a:gd name="csY7" fmla="*/ 63 h 311100"/>
                <a:gd name="csX8" fmla="*/ 89657 w 417028"/>
                <a:gd name="csY8" fmla="*/ 9173 h 311100"/>
                <a:gd name="csX9" fmla="*/ 101297 w 417028"/>
                <a:gd name="csY9" fmla="*/ 14183 h 311100"/>
                <a:gd name="csX10" fmla="*/ 139255 w 417028"/>
                <a:gd name="csY10" fmla="*/ 28759 h 311100"/>
                <a:gd name="csX11" fmla="*/ 198975 w 417028"/>
                <a:gd name="csY11" fmla="*/ 155841 h 311100"/>
                <a:gd name="csX12" fmla="*/ 92187 w 417028"/>
                <a:gd name="csY12" fmla="*/ 259238 h 311100"/>
                <a:gd name="csX13" fmla="*/ 85608 w 417028"/>
                <a:gd name="csY13" fmla="*/ 264248 h 311100"/>
                <a:gd name="csX14" fmla="*/ 11211 w 417028"/>
                <a:gd name="csY14" fmla="*/ 297043 h 311100"/>
                <a:gd name="csX15" fmla="*/ 77 w 417028"/>
                <a:gd name="csY15" fmla="*/ 306153 h 311100"/>
                <a:gd name="csX16" fmla="*/ 6656 w 417028"/>
                <a:gd name="csY16" fmla="*/ 311164 h 311100"/>
                <a:gd name="csX17" fmla="*/ 54230 w 417028"/>
                <a:gd name="csY17" fmla="*/ 309797 h 311100"/>
                <a:gd name="csX18" fmla="*/ 110913 w 417028"/>
                <a:gd name="csY18" fmla="*/ 311164 h 311100"/>
                <a:gd name="csX19" fmla="*/ 120023 w 417028"/>
                <a:gd name="csY19" fmla="*/ 302054 h 311100"/>
                <a:gd name="csX20" fmla="*/ 113950 w 417028"/>
                <a:gd name="csY20" fmla="*/ 297043 h 311100"/>
                <a:gd name="csX21" fmla="*/ 93706 w 417028"/>
                <a:gd name="csY21" fmla="*/ 282923 h 311100"/>
                <a:gd name="csX22" fmla="*/ 107370 w 417028"/>
                <a:gd name="csY22" fmla="*/ 262426 h 311100"/>
                <a:gd name="csX23" fmla="*/ 158993 w 417028"/>
                <a:gd name="csY23" fmla="*/ 213233 h 311100"/>
                <a:gd name="csX24" fmla="*/ 204542 w 417028"/>
                <a:gd name="csY24" fmla="*/ 168595 h 311100"/>
                <a:gd name="csX25" fmla="*/ 255658 w 417028"/>
                <a:gd name="csY25" fmla="*/ 277457 h 311100"/>
                <a:gd name="csX26" fmla="*/ 258189 w 417028"/>
                <a:gd name="csY26" fmla="*/ 283834 h 311100"/>
                <a:gd name="csX27" fmla="*/ 228835 w 417028"/>
                <a:gd name="csY27" fmla="*/ 297043 h 311100"/>
                <a:gd name="csX28" fmla="*/ 218713 w 417028"/>
                <a:gd name="csY28" fmla="*/ 305698 h 311100"/>
                <a:gd name="csX29" fmla="*/ 226304 w 417028"/>
                <a:gd name="csY29" fmla="*/ 311164 h 311100"/>
                <a:gd name="csX30" fmla="*/ 290073 w 417028"/>
                <a:gd name="csY30" fmla="*/ 309797 h 311100"/>
                <a:gd name="csX31" fmla="*/ 346251 w 417028"/>
                <a:gd name="csY31" fmla="*/ 311164 h 311100"/>
                <a:gd name="csX32" fmla="*/ 355867 w 417028"/>
                <a:gd name="csY32" fmla="*/ 302509 h 311100"/>
                <a:gd name="csX33" fmla="*/ 346757 w 417028"/>
                <a:gd name="csY33" fmla="*/ 297043 h 311100"/>
                <a:gd name="csX34" fmla="*/ 303232 w 417028"/>
                <a:gd name="csY34" fmla="*/ 277002 h 311100"/>
                <a:gd name="csX35" fmla="*/ 237945 w 417028"/>
                <a:gd name="csY35" fmla="*/ 136255 h 311100"/>
                <a:gd name="csX36" fmla="*/ 341696 w 417028"/>
                <a:gd name="csY36" fmla="*/ 37413 h 311100"/>
                <a:gd name="csX37" fmla="*/ 405971 w 417028"/>
                <a:gd name="csY37" fmla="*/ 14183 h 311100"/>
                <a:gd name="csX38" fmla="*/ 417105 w 417028"/>
                <a:gd name="csY38" fmla="*/ 5073 h 311100"/>
                <a:gd name="csX39" fmla="*/ 410526 w 417028"/>
                <a:gd name="csY39" fmla="*/ 63 h 311100"/>
                <a:gd name="csX40" fmla="*/ 362952 w 417028"/>
                <a:gd name="csY40" fmla="*/ 1429 h 311100"/>
                <a:gd name="csX41" fmla="*/ 306775 w 417028"/>
                <a:gd name="csY41" fmla="*/ 63 h 311100"/>
                <a:gd name="csX42" fmla="*/ 297159 w 417028"/>
                <a:gd name="csY42" fmla="*/ 9173 h 311100"/>
                <a:gd name="csX43" fmla="*/ 303232 w 417028"/>
                <a:gd name="csY43" fmla="*/ 14183 h 311100"/>
                <a:gd name="csX44" fmla="*/ 323476 w 417028"/>
                <a:gd name="csY44" fmla="*/ 28303 h 311100"/>
                <a:gd name="csX45" fmla="*/ 313860 w 417028"/>
                <a:gd name="csY45" fmla="*/ 44701 h 311100"/>
                <a:gd name="csX46" fmla="*/ 231871 w 417028"/>
                <a:gd name="csY46" fmla="*/ 123957 h 311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417028" h="311100">
                  <a:moveTo>
                    <a:pt x="231871" y="123957"/>
                  </a:moveTo>
                  <a:lnTo>
                    <a:pt x="189359" y="33314"/>
                  </a:lnTo>
                  <a:cubicBezTo>
                    <a:pt x="187841" y="29670"/>
                    <a:pt x="186828" y="27848"/>
                    <a:pt x="186828" y="27392"/>
                  </a:cubicBezTo>
                  <a:cubicBezTo>
                    <a:pt x="186828" y="24659"/>
                    <a:pt x="195432" y="16005"/>
                    <a:pt x="216688" y="14183"/>
                  </a:cubicBezTo>
                  <a:cubicBezTo>
                    <a:pt x="221749" y="13728"/>
                    <a:pt x="226810" y="13272"/>
                    <a:pt x="226810" y="5529"/>
                  </a:cubicBezTo>
                  <a:cubicBezTo>
                    <a:pt x="226810" y="63"/>
                    <a:pt x="220737" y="63"/>
                    <a:pt x="219219" y="63"/>
                  </a:cubicBezTo>
                  <a:cubicBezTo>
                    <a:pt x="198469" y="63"/>
                    <a:pt x="176706" y="1429"/>
                    <a:pt x="155450" y="1429"/>
                  </a:cubicBezTo>
                  <a:cubicBezTo>
                    <a:pt x="142798" y="1429"/>
                    <a:pt x="111419" y="63"/>
                    <a:pt x="98767" y="63"/>
                  </a:cubicBezTo>
                  <a:cubicBezTo>
                    <a:pt x="95730" y="63"/>
                    <a:pt x="89657" y="63"/>
                    <a:pt x="89657" y="9173"/>
                  </a:cubicBezTo>
                  <a:cubicBezTo>
                    <a:pt x="89657" y="14183"/>
                    <a:pt x="94718" y="14183"/>
                    <a:pt x="101297" y="14183"/>
                  </a:cubicBezTo>
                  <a:cubicBezTo>
                    <a:pt x="131663" y="14183"/>
                    <a:pt x="134700" y="18738"/>
                    <a:pt x="139255" y="28759"/>
                  </a:cubicBezTo>
                  <a:lnTo>
                    <a:pt x="198975" y="155841"/>
                  </a:lnTo>
                  <a:lnTo>
                    <a:pt x="92187" y="259238"/>
                  </a:lnTo>
                  <a:lnTo>
                    <a:pt x="85608" y="264248"/>
                  </a:lnTo>
                  <a:cubicBezTo>
                    <a:pt x="60809" y="288389"/>
                    <a:pt x="37022" y="295677"/>
                    <a:pt x="11211" y="297043"/>
                  </a:cubicBezTo>
                  <a:cubicBezTo>
                    <a:pt x="4632" y="297499"/>
                    <a:pt x="77" y="297499"/>
                    <a:pt x="77" y="306153"/>
                  </a:cubicBezTo>
                  <a:cubicBezTo>
                    <a:pt x="77" y="306609"/>
                    <a:pt x="77" y="311164"/>
                    <a:pt x="6656" y="311164"/>
                  </a:cubicBezTo>
                  <a:cubicBezTo>
                    <a:pt x="21839" y="311164"/>
                    <a:pt x="38540" y="309797"/>
                    <a:pt x="54230" y="309797"/>
                  </a:cubicBezTo>
                  <a:cubicBezTo>
                    <a:pt x="72955" y="309797"/>
                    <a:pt x="92693" y="311164"/>
                    <a:pt x="110913" y="311164"/>
                  </a:cubicBezTo>
                  <a:cubicBezTo>
                    <a:pt x="113950" y="311164"/>
                    <a:pt x="120023" y="311164"/>
                    <a:pt x="120023" y="302054"/>
                  </a:cubicBezTo>
                  <a:cubicBezTo>
                    <a:pt x="120023" y="297499"/>
                    <a:pt x="114962" y="297043"/>
                    <a:pt x="113950" y="297043"/>
                  </a:cubicBezTo>
                  <a:cubicBezTo>
                    <a:pt x="109395" y="296588"/>
                    <a:pt x="93706" y="295677"/>
                    <a:pt x="93706" y="282923"/>
                  </a:cubicBezTo>
                  <a:cubicBezTo>
                    <a:pt x="93706" y="275635"/>
                    <a:pt x="101297" y="268348"/>
                    <a:pt x="107370" y="262426"/>
                  </a:cubicBezTo>
                  <a:lnTo>
                    <a:pt x="158993" y="213233"/>
                  </a:lnTo>
                  <a:lnTo>
                    <a:pt x="204542" y="168595"/>
                  </a:lnTo>
                  <a:lnTo>
                    <a:pt x="255658" y="277457"/>
                  </a:lnTo>
                  <a:cubicBezTo>
                    <a:pt x="257683" y="282468"/>
                    <a:pt x="258189" y="282923"/>
                    <a:pt x="258189" y="283834"/>
                  </a:cubicBezTo>
                  <a:cubicBezTo>
                    <a:pt x="258189" y="287478"/>
                    <a:pt x="248573" y="295222"/>
                    <a:pt x="228835" y="297043"/>
                  </a:cubicBezTo>
                  <a:cubicBezTo>
                    <a:pt x="223268" y="297499"/>
                    <a:pt x="218713" y="297954"/>
                    <a:pt x="218713" y="305698"/>
                  </a:cubicBezTo>
                  <a:cubicBezTo>
                    <a:pt x="218713" y="311164"/>
                    <a:pt x="224280" y="311164"/>
                    <a:pt x="226304" y="311164"/>
                  </a:cubicBezTo>
                  <a:cubicBezTo>
                    <a:pt x="240475" y="311164"/>
                    <a:pt x="275902" y="309797"/>
                    <a:pt x="290073" y="309797"/>
                  </a:cubicBezTo>
                  <a:cubicBezTo>
                    <a:pt x="302726" y="309797"/>
                    <a:pt x="333598" y="311164"/>
                    <a:pt x="346251" y="311164"/>
                  </a:cubicBezTo>
                  <a:cubicBezTo>
                    <a:pt x="349793" y="311164"/>
                    <a:pt x="355867" y="311164"/>
                    <a:pt x="355867" y="302509"/>
                  </a:cubicBezTo>
                  <a:cubicBezTo>
                    <a:pt x="355867" y="297043"/>
                    <a:pt x="350806" y="297043"/>
                    <a:pt x="346757" y="297043"/>
                  </a:cubicBezTo>
                  <a:cubicBezTo>
                    <a:pt x="312848" y="296588"/>
                    <a:pt x="311836" y="295222"/>
                    <a:pt x="303232" y="277002"/>
                  </a:cubicBezTo>
                  <a:cubicBezTo>
                    <a:pt x="283494" y="234641"/>
                    <a:pt x="249585" y="163584"/>
                    <a:pt x="237945" y="136255"/>
                  </a:cubicBezTo>
                  <a:cubicBezTo>
                    <a:pt x="272360" y="104370"/>
                    <a:pt x="325500" y="50167"/>
                    <a:pt x="341696" y="37413"/>
                  </a:cubicBezTo>
                  <a:cubicBezTo>
                    <a:pt x="356373" y="26481"/>
                    <a:pt x="375605" y="15549"/>
                    <a:pt x="405971" y="14183"/>
                  </a:cubicBezTo>
                  <a:cubicBezTo>
                    <a:pt x="412550" y="13728"/>
                    <a:pt x="417105" y="13728"/>
                    <a:pt x="417105" y="5073"/>
                  </a:cubicBezTo>
                  <a:cubicBezTo>
                    <a:pt x="417105" y="4618"/>
                    <a:pt x="417105" y="63"/>
                    <a:pt x="410526" y="63"/>
                  </a:cubicBezTo>
                  <a:cubicBezTo>
                    <a:pt x="395342" y="63"/>
                    <a:pt x="378641" y="1429"/>
                    <a:pt x="362952" y="1429"/>
                  </a:cubicBezTo>
                  <a:cubicBezTo>
                    <a:pt x="344226" y="1429"/>
                    <a:pt x="324994" y="63"/>
                    <a:pt x="306775" y="63"/>
                  </a:cubicBezTo>
                  <a:cubicBezTo>
                    <a:pt x="303738" y="63"/>
                    <a:pt x="297159" y="63"/>
                    <a:pt x="297159" y="9173"/>
                  </a:cubicBezTo>
                  <a:cubicBezTo>
                    <a:pt x="297159" y="12361"/>
                    <a:pt x="299689" y="13728"/>
                    <a:pt x="303232" y="14183"/>
                  </a:cubicBezTo>
                  <a:cubicBezTo>
                    <a:pt x="307787" y="14638"/>
                    <a:pt x="323476" y="15549"/>
                    <a:pt x="323476" y="28303"/>
                  </a:cubicBezTo>
                  <a:cubicBezTo>
                    <a:pt x="323476" y="34680"/>
                    <a:pt x="317909" y="40602"/>
                    <a:pt x="313860" y="44701"/>
                  </a:cubicBezTo>
                  <a:lnTo>
                    <a:pt x="231871" y="123957"/>
                  </a:lnTo>
                  <a:close/>
                </a:path>
              </a:pathLst>
            </a:custGeom>
            <a:solidFill>
              <a:srgbClr val="000000"/>
            </a:solidFill>
            <a:ln w="50633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54" name="Figura a mano libera 453">
              <a:extLst>
                <a:ext uri="{FF2B5EF4-FFF2-40B4-BE49-F238E27FC236}">
                  <a16:creationId xmlns:a16="http://schemas.microsoft.com/office/drawing/2014/main" id="{EC4A73C4-0F05-4B2C-B272-23AE4FC0FA82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6878243" y="5256644"/>
              <a:ext cx="79356" cy="224466"/>
            </a:xfrm>
            <a:custGeom>
              <a:avLst/>
              <a:gdLst>
                <a:gd name="csX0" fmla="*/ 78025 w 79356"/>
                <a:gd name="csY0" fmla="*/ 9630 h 224466"/>
                <a:gd name="csX1" fmla="*/ 79442 w 79356"/>
                <a:gd name="csY1" fmla="*/ 4528 h 224466"/>
                <a:gd name="csX2" fmla="*/ 73773 w 79356"/>
                <a:gd name="csY2" fmla="*/ 64 h 224466"/>
                <a:gd name="csX3" fmla="*/ 28427 w 79356"/>
                <a:gd name="csY3" fmla="*/ 3253 h 224466"/>
                <a:gd name="csX4" fmla="*/ 20987 w 79356"/>
                <a:gd name="csY4" fmla="*/ 10586 h 224466"/>
                <a:gd name="csX5" fmla="*/ 29844 w 79356"/>
                <a:gd name="csY5" fmla="*/ 15050 h 224466"/>
                <a:gd name="csX6" fmla="*/ 46849 w 79356"/>
                <a:gd name="csY6" fmla="*/ 19833 h 224466"/>
                <a:gd name="csX7" fmla="*/ 45432 w 79356"/>
                <a:gd name="csY7" fmla="*/ 26847 h 224466"/>
                <a:gd name="csX8" fmla="*/ 1502 w 79356"/>
                <a:gd name="csY8" fmla="*/ 184356 h 224466"/>
                <a:gd name="csX9" fmla="*/ 85 w 79356"/>
                <a:gd name="csY9" fmla="*/ 194240 h 224466"/>
                <a:gd name="csX10" fmla="*/ 37283 w 79356"/>
                <a:gd name="csY10" fmla="*/ 224531 h 224466"/>
                <a:gd name="csX11" fmla="*/ 65625 w 79356"/>
                <a:gd name="csY11" fmla="*/ 207632 h 224466"/>
                <a:gd name="csX12" fmla="*/ 78025 w 79356"/>
                <a:gd name="csY12" fmla="*/ 175748 h 224466"/>
                <a:gd name="csX13" fmla="*/ 72356 w 79356"/>
                <a:gd name="csY13" fmla="*/ 171603 h 224466"/>
                <a:gd name="csX14" fmla="*/ 65271 w 79356"/>
                <a:gd name="csY14" fmla="*/ 179255 h 224466"/>
                <a:gd name="csX15" fmla="*/ 38701 w 79356"/>
                <a:gd name="csY15" fmla="*/ 215603 h 224466"/>
                <a:gd name="csX16" fmla="*/ 26655 w 79356"/>
                <a:gd name="csY16" fmla="*/ 199980 h 224466"/>
                <a:gd name="csX17" fmla="*/ 28781 w 79356"/>
                <a:gd name="csY17" fmla="*/ 186907 h 224466"/>
                <a:gd name="csX18" fmla="*/ 78025 w 79356"/>
                <a:gd name="csY18" fmla="*/ 9630 h 2244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79356" h="224466">
                  <a:moveTo>
                    <a:pt x="78025" y="9630"/>
                  </a:moveTo>
                  <a:cubicBezTo>
                    <a:pt x="78379" y="8992"/>
                    <a:pt x="79442" y="4847"/>
                    <a:pt x="79442" y="4528"/>
                  </a:cubicBezTo>
                  <a:cubicBezTo>
                    <a:pt x="79442" y="2934"/>
                    <a:pt x="78025" y="64"/>
                    <a:pt x="73773" y="64"/>
                  </a:cubicBezTo>
                  <a:cubicBezTo>
                    <a:pt x="66688" y="64"/>
                    <a:pt x="37283" y="2615"/>
                    <a:pt x="28427" y="3253"/>
                  </a:cubicBezTo>
                  <a:cubicBezTo>
                    <a:pt x="25947" y="3572"/>
                    <a:pt x="20987" y="3890"/>
                    <a:pt x="20987" y="10586"/>
                  </a:cubicBezTo>
                  <a:cubicBezTo>
                    <a:pt x="20987" y="15050"/>
                    <a:pt x="25947" y="15050"/>
                    <a:pt x="29844" y="15050"/>
                  </a:cubicBezTo>
                  <a:cubicBezTo>
                    <a:pt x="46849" y="15050"/>
                    <a:pt x="46849" y="17282"/>
                    <a:pt x="46849" y="19833"/>
                  </a:cubicBezTo>
                  <a:cubicBezTo>
                    <a:pt x="46849" y="22065"/>
                    <a:pt x="46140" y="23978"/>
                    <a:pt x="45432" y="26847"/>
                  </a:cubicBezTo>
                  <a:lnTo>
                    <a:pt x="1502" y="184356"/>
                  </a:lnTo>
                  <a:cubicBezTo>
                    <a:pt x="439" y="187545"/>
                    <a:pt x="85" y="191052"/>
                    <a:pt x="85" y="194240"/>
                  </a:cubicBezTo>
                  <a:cubicBezTo>
                    <a:pt x="85" y="214647"/>
                    <a:pt x="20278" y="224531"/>
                    <a:pt x="37283" y="224531"/>
                  </a:cubicBezTo>
                  <a:cubicBezTo>
                    <a:pt x="45786" y="224531"/>
                    <a:pt x="56414" y="221980"/>
                    <a:pt x="65625" y="207632"/>
                  </a:cubicBezTo>
                  <a:cubicBezTo>
                    <a:pt x="73065" y="195835"/>
                    <a:pt x="78025" y="177023"/>
                    <a:pt x="78025" y="175748"/>
                  </a:cubicBezTo>
                  <a:cubicBezTo>
                    <a:pt x="78025" y="171603"/>
                    <a:pt x="73419" y="171603"/>
                    <a:pt x="72356" y="171603"/>
                  </a:cubicBezTo>
                  <a:cubicBezTo>
                    <a:pt x="67397" y="171603"/>
                    <a:pt x="66688" y="173516"/>
                    <a:pt x="65271" y="179255"/>
                  </a:cubicBezTo>
                  <a:cubicBezTo>
                    <a:pt x="60665" y="195197"/>
                    <a:pt x="53934" y="215603"/>
                    <a:pt x="38701" y="215603"/>
                  </a:cubicBezTo>
                  <a:cubicBezTo>
                    <a:pt x="29135" y="215603"/>
                    <a:pt x="26655" y="207632"/>
                    <a:pt x="26655" y="199980"/>
                  </a:cubicBezTo>
                  <a:cubicBezTo>
                    <a:pt x="26655" y="196472"/>
                    <a:pt x="27718" y="190414"/>
                    <a:pt x="28781" y="186907"/>
                  </a:cubicBezTo>
                  <a:lnTo>
                    <a:pt x="78025" y="9630"/>
                  </a:lnTo>
                  <a:close/>
                </a:path>
              </a:pathLst>
            </a:custGeom>
            <a:solidFill>
              <a:srgbClr val="000000"/>
            </a:solidFill>
            <a:ln w="50633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55" name="Figura a mano libera 454">
              <a:extLst>
                <a:ext uri="{FF2B5EF4-FFF2-40B4-BE49-F238E27FC236}">
                  <a16:creationId xmlns:a16="http://schemas.microsoft.com/office/drawing/2014/main" id="{67A86889-0134-A96B-3557-D0888E725499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7007930" y="5337311"/>
              <a:ext cx="180678" cy="143798"/>
            </a:xfrm>
            <a:custGeom>
              <a:avLst/>
              <a:gdLst>
                <a:gd name="csX0" fmla="*/ 127980 w 180678"/>
                <a:gd name="csY0" fmla="*/ 18876 h 143798"/>
                <a:gd name="csX1" fmla="*/ 91490 w 180678"/>
                <a:gd name="csY1" fmla="*/ 64 h 143798"/>
                <a:gd name="csX2" fmla="*/ 88 w 180678"/>
                <a:gd name="csY2" fmla="*/ 90935 h 143798"/>
                <a:gd name="csX3" fmla="*/ 53583 w 180678"/>
                <a:gd name="csY3" fmla="*/ 143863 h 143798"/>
                <a:gd name="csX4" fmla="*/ 103889 w 180678"/>
                <a:gd name="csY4" fmla="*/ 121544 h 143798"/>
                <a:gd name="csX5" fmla="*/ 140379 w 180678"/>
                <a:gd name="csY5" fmla="*/ 143863 h 143798"/>
                <a:gd name="csX6" fmla="*/ 168366 w 180678"/>
                <a:gd name="csY6" fmla="*/ 126964 h 143798"/>
                <a:gd name="csX7" fmla="*/ 180766 w 180678"/>
                <a:gd name="csY7" fmla="*/ 95080 h 143798"/>
                <a:gd name="csX8" fmla="*/ 175098 w 180678"/>
                <a:gd name="csY8" fmla="*/ 90935 h 143798"/>
                <a:gd name="csX9" fmla="*/ 167304 w 180678"/>
                <a:gd name="csY9" fmla="*/ 100819 h 143798"/>
                <a:gd name="csX10" fmla="*/ 141442 w 180678"/>
                <a:gd name="csY10" fmla="*/ 134935 h 143798"/>
                <a:gd name="csX11" fmla="*/ 129751 w 180678"/>
                <a:gd name="csY11" fmla="*/ 119312 h 143798"/>
                <a:gd name="csX12" fmla="*/ 135065 w 180678"/>
                <a:gd name="csY12" fmla="*/ 94123 h 143798"/>
                <a:gd name="csX13" fmla="*/ 142859 w 180678"/>
                <a:gd name="csY13" fmla="*/ 65427 h 143798"/>
                <a:gd name="csX14" fmla="*/ 149944 w 180678"/>
                <a:gd name="csY14" fmla="*/ 41195 h 143798"/>
                <a:gd name="csX15" fmla="*/ 156321 w 180678"/>
                <a:gd name="csY15" fmla="*/ 16325 h 143798"/>
                <a:gd name="csX16" fmla="*/ 144276 w 180678"/>
                <a:gd name="csY16" fmla="*/ 6122 h 143798"/>
                <a:gd name="csX17" fmla="*/ 127980 w 180678"/>
                <a:gd name="csY17" fmla="*/ 18876 h 143798"/>
                <a:gd name="csX18" fmla="*/ 105306 w 180678"/>
                <a:gd name="csY18" fmla="*/ 100819 h 143798"/>
                <a:gd name="csX19" fmla="*/ 87238 w 180678"/>
                <a:gd name="csY19" fmla="*/ 122182 h 143798"/>
                <a:gd name="csX20" fmla="*/ 54645 w 180678"/>
                <a:gd name="csY20" fmla="*/ 134935 h 143798"/>
                <a:gd name="csX21" fmla="*/ 28783 w 180678"/>
                <a:gd name="csY21" fmla="*/ 104007 h 143798"/>
                <a:gd name="csX22" fmla="*/ 47206 w 180678"/>
                <a:gd name="csY22" fmla="*/ 39282 h 143798"/>
                <a:gd name="csX23" fmla="*/ 91490 w 180678"/>
                <a:gd name="csY23" fmla="*/ 8992 h 143798"/>
                <a:gd name="csX24" fmla="*/ 123020 w 180678"/>
                <a:gd name="csY24" fmla="*/ 36731 h 143798"/>
                <a:gd name="csX25" fmla="*/ 121957 w 180678"/>
                <a:gd name="csY25" fmla="*/ 41195 h 143798"/>
                <a:gd name="csX26" fmla="*/ 105306 w 180678"/>
                <a:gd name="csY26" fmla="*/ 100819 h 1437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80678" h="143798">
                  <a:moveTo>
                    <a:pt x="127980" y="18876"/>
                  </a:moveTo>
                  <a:cubicBezTo>
                    <a:pt x="120540" y="8354"/>
                    <a:pt x="108495" y="64"/>
                    <a:pt x="91490" y="64"/>
                  </a:cubicBezTo>
                  <a:cubicBezTo>
                    <a:pt x="46143" y="64"/>
                    <a:pt x="88" y="45021"/>
                    <a:pt x="88" y="90935"/>
                  </a:cubicBezTo>
                  <a:cubicBezTo>
                    <a:pt x="88" y="121863"/>
                    <a:pt x="23115" y="143863"/>
                    <a:pt x="53583" y="143863"/>
                  </a:cubicBezTo>
                  <a:cubicBezTo>
                    <a:pt x="72713" y="143863"/>
                    <a:pt x="89718" y="133979"/>
                    <a:pt x="103889" y="121544"/>
                  </a:cubicBezTo>
                  <a:cubicBezTo>
                    <a:pt x="110620" y="140675"/>
                    <a:pt x="131168" y="143863"/>
                    <a:pt x="140379" y="143863"/>
                  </a:cubicBezTo>
                  <a:cubicBezTo>
                    <a:pt x="153133" y="143863"/>
                    <a:pt x="161990" y="136848"/>
                    <a:pt x="168366" y="126964"/>
                  </a:cubicBezTo>
                  <a:cubicBezTo>
                    <a:pt x="176160" y="114529"/>
                    <a:pt x="180766" y="96355"/>
                    <a:pt x="180766" y="95080"/>
                  </a:cubicBezTo>
                  <a:cubicBezTo>
                    <a:pt x="180766" y="90935"/>
                    <a:pt x="176160" y="90935"/>
                    <a:pt x="175098" y="90935"/>
                  </a:cubicBezTo>
                  <a:cubicBezTo>
                    <a:pt x="170138" y="90935"/>
                    <a:pt x="169784" y="92210"/>
                    <a:pt x="167304" y="100819"/>
                  </a:cubicBezTo>
                  <a:cubicBezTo>
                    <a:pt x="163052" y="116124"/>
                    <a:pt x="156321" y="134935"/>
                    <a:pt x="141442" y="134935"/>
                  </a:cubicBezTo>
                  <a:cubicBezTo>
                    <a:pt x="132231" y="134935"/>
                    <a:pt x="129751" y="127921"/>
                    <a:pt x="129751" y="119312"/>
                  </a:cubicBezTo>
                  <a:cubicBezTo>
                    <a:pt x="129751" y="113892"/>
                    <a:pt x="132585" y="102413"/>
                    <a:pt x="135065" y="94123"/>
                  </a:cubicBezTo>
                  <a:cubicBezTo>
                    <a:pt x="137545" y="85515"/>
                    <a:pt x="141088" y="72442"/>
                    <a:pt x="142859" y="65427"/>
                  </a:cubicBezTo>
                  <a:lnTo>
                    <a:pt x="149944" y="41195"/>
                  </a:lnTo>
                  <a:cubicBezTo>
                    <a:pt x="152070" y="32905"/>
                    <a:pt x="156321" y="17920"/>
                    <a:pt x="156321" y="16325"/>
                  </a:cubicBezTo>
                  <a:cubicBezTo>
                    <a:pt x="156321" y="9311"/>
                    <a:pt x="149944" y="6122"/>
                    <a:pt x="144276" y="6122"/>
                  </a:cubicBezTo>
                  <a:cubicBezTo>
                    <a:pt x="138253" y="6122"/>
                    <a:pt x="130105" y="9948"/>
                    <a:pt x="127980" y="18876"/>
                  </a:cubicBezTo>
                  <a:close/>
                  <a:moveTo>
                    <a:pt x="105306" y="100819"/>
                  </a:moveTo>
                  <a:cubicBezTo>
                    <a:pt x="102826" y="109747"/>
                    <a:pt x="95032" y="116124"/>
                    <a:pt x="87238" y="122182"/>
                  </a:cubicBezTo>
                  <a:cubicBezTo>
                    <a:pt x="84050" y="124732"/>
                    <a:pt x="69879" y="134935"/>
                    <a:pt x="54645" y="134935"/>
                  </a:cubicBezTo>
                  <a:cubicBezTo>
                    <a:pt x="41537" y="134935"/>
                    <a:pt x="28783" y="126645"/>
                    <a:pt x="28783" y="104007"/>
                  </a:cubicBezTo>
                  <a:cubicBezTo>
                    <a:pt x="28783" y="87109"/>
                    <a:pt x="39057" y="52036"/>
                    <a:pt x="47206" y="39282"/>
                  </a:cubicBezTo>
                  <a:cubicBezTo>
                    <a:pt x="63502" y="13775"/>
                    <a:pt x="81570" y="8992"/>
                    <a:pt x="91490" y="8992"/>
                  </a:cubicBezTo>
                  <a:cubicBezTo>
                    <a:pt x="116289" y="8992"/>
                    <a:pt x="123020" y="33224"/>
                    <a:pt x="123020" y="36731"/>
                  </a:cubicBezTo>
                  <a:cubicBezTo>
                    <a:pt x="123020" y="38007"/>
                    <a:pt x="122311" y="40239"/>
                    <a:pt x="121957" y="41195"/>
                  </a:cubicBezTo>
                  <a:lnTo>
                    <a:pt x="105306" y="100819"/>
                  </a:lnTo>
                  <a:close/>
                </a:path>
              </a:pathLst>
            </a:custGeom>
            <a:solidFill>
              <a:srgbClr val="000000"/>
            </a:solidFill>
            <a:ln w="50633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56" name="Figura a mano libera 455">
              <a:extLst>
                <a:ext uri="{FF2B5EF4-FFF2-40B4-BE49-F238E27FC236}">
                  <a16:creationId xmlns:a16="http://schemas.microsoft.com/office/drawing/2014/main" id="{E058F4BF-F804-30D6-7803-737FAC3FA991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7221083" y="5337311"/>
              <a:ext cx="174655" cy="205654"/>
            </a:xfrm>
            <a:custGeom>
              <a:avLst/>
              <a:gdLst>
                <a:gd name="csX0" fmla="*/ 173331 w 174655"/>
                <a:gd name="csY0" fmla="*/ 23021 h 205654"/>
                <a:gd name="csX1" fmla="*/ 174748 w 174655"/>
                <a:gd name="csY1" fmla="*/ 16325 h 205654"/>
                <a:gd name="csX2" fmla="*/ 162702 w 174655"/>
                <a:gd name="csY2" fmla="*/ 6122 h 205654"/>
                <a:gd name="csX3" fmla="*/ 146406 w 174655"/>
                <a:gd name="csY3" fmla="*/ 18238 h 205654"/>
                <a:gd name="csX4" fmla="*/ 109916 w 174655"/>
                <a:gd name="csY4" fmla="*/ 64 h 205654"/>
                <a:gd name="csX5" fmla="*/ 19223 w 174655"/>
                <a:gd name="csY5" fmla="*/ 88384 h 205654"/>
                <a:gd name="csX6" fmla="*/ 73072 w 174655"/>
                <a:gd name="csY6" fmla="*/ 140675 h 205654"/>
                <a:gd name="csX7" fmla="*/ 117356 w 174655"/>
                <a:gd name="csY7" fmla="*/ 123457 h 205654"/>
                <a:gd name="csX8" fmla="*/ 109562 w 174655"/>
                <a:gd name="csY8" fmla="*/ 152153 h 205654"/>
                <a:gd name="csX9" fmla="*/ 89723 w 174655"/>
                <a:gd name="csY9" fmla="*/ 184994 h 205654"/>
                <a:gd name="csX10" fmla="*/ 50044 w 174655"/>
                <a:gd name="csY10" fmla="*/ 196791 h 205654"/>
                <a:gd name="csX11" fmla="*/ 22765 w 174655"/>
                <a:gd name="csY11" fmla="*/ 194559 h 205654"/>
                <a:gd name="csX12" fmla="*/ 34102 w 174655"/>
                <a:gd name="csY12" fmla="*/ 178617 h 205654"/>
                <a:gd name="csX13" fmla="*/ 20285 w 174655"/>
                <a:gd name="csY13" fmla="*/ 166820 h 205654"/>
                <a:gd name="csX14" fmla="*/ 92 w 174655"/>
                <a:gd name="csY14" fmla="*/ 186269 h 205654"/>
                <a:gd name="csX15" fmla="*/ 50398 w 174655"/>
                <a:gd name="csY15" fmla="*/ 205719 h 205654"/>
                <a:gd name="csX16" fmla="*/ 134715 w 174655"/>
                <a:gd name="csY16" fmla="*/ 162037 h 205654"/>
                <a:gd name="csX17" fmla="*/ 173331 w 174655"/>
                <a:gd name="csY17" fmla="*/ 23021 h 205654"/>
                <a:gd name="csX18" fmla="*/ 124441 w 174655"/>
                <a:gd name="csY18" fmla="*/ 98268 h 205654"/>
                <a:gd name="csX19" fmla="*/ 117001 w 174655"/>
                <a:gd name="csY19" fmla="*/ 110066 h 205654"/>
                <a:gd name="csX20" fmla="*/ 74135 w 174655"/>
                <a:gd name="csY20" fmla="*/ 131747 h 205654"/>
                <a:gd name="csX21" fmla="*/ 47564 w 174655"/>
                <a:gd name="csY21" fmla="*/ 101457 h 205654"/>
                <a:gd name="csX22" fmla="*/ 66341 w 174655"/>
                <a:gd name="csY22" fmla="*/ 37688 h 205654"/>
                <a:gd name="csX23" fmla="*/ 109916 w 174655"/>
                <a:gd name="csY23" fmla="*/ 8992 h 205654"/>
                <a:gd name="csX24" fmla="*/ 141446 w 174655"/>
                <a:gd name="csY24" fmla="*/ 36094 h 205654"/>
                <a:gd name="csX25" fmla="*/ 140383 w 174655"/>
                <a:gd name="csY25" fmla="*/ 40876 h 205654"/>
                <a:gd name="csX26" fmla="*/ 124441 w 174655"/>
                <a:gd name="csY26" fmla="*/ 98268 h 2056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74655" h="205654">
                  <a:moveTo>
                    <a:pt x="173331" y="23021"/>
                  </a:moveTo>
                  <a:cubicBezTo>
                    <a:pt x="174748" y="18238"/>
                    <a:pt x="174748" y="16644"/>
                    <a:pt x="174748" y="16325"/>
                  </a:cubicBezTo>
                  <a:cubicBezTo>
                    <a:pt x="174748" y="9311"/>
                    <a:pt x="168371" y="6122"/>
                    <a:pt x="162702" y="6122"/>
                  </a:cubicBezTo>
                  <a:cubicBezTo>
                    <a:pt x="154554" y="6122"/>
                    <a:pt x="147823" y="12180"/>
                    <a:pt x="146406" y="18238"/>
                  </a:cubicBezTo>
                  <a:cubicBezTo>
                    <a:pt x="140383" y="9630"/>
                    <a:pt x="128338" y="64"/>
                    <a:pt x="109916" y="64"/>
                  </a:cubicBezTo>
                  <a:cubicBezTo>
                    <a:pt x="65632" y="64"/>
                    <a:pt x="19223" y="42789"/>
                    <a:pt x="19223" y="88384"/>
                  </a:cubicBezTo>
                  <a:cubicBezTo>
                    <a:pt x="19223" y="121225"/>
                    <a:pt x="44022" y="140675"/>
                    <a:pt x="73072" y="140675"/>
                  </a:cubicBezTo>
                  <a:cubicBezTo>
                    <a:pt x="89368" y="140675"/>
                    <a:pt x="104956" y="133341"/>
                    <a:pt x="117356" y="123457"/>
                  </a:cubicBezTo>
                  <a:lnTo>
                    <a:pt x="109562" y="152153"/>
                  </a:lnTo>
                  <a:cubicBezTo>
                    <a:pt x="105665" y="165544"/>
                    <a:pt x="103185" y="174153"/>
                    <a:pt x="89723" y="184994"/>
                  </a:cubicBezTo>
                  <a:cubicBezTo>
                    <a:pt x="74135" y="196791"/>
                    <a:pt x="58901" y="196791"/>
                    <a:pt x="50044" y="196791"/>
                  </a:cubicBezTo>
                  <a:cubicBezTo>
                    <a:pt x="33748" y="196791"/>
                    <a:pt x="29142" y="195835"/>
                    <a:pt x="22765" y="194559"/>
                  </a:cubicBezTo>
                  <a:cubicBezTo>
                    <a:pt x="31622" y="190733"/>
                    <a:pt x="34102" y="183081"/>
                    <a:pt x="34102" y="178617"/>
                  </a:cubicBezTo>
                  <a:cubicBezTo>
                    <a:pt x="34102" y="170965"/>
                    <a:pt x="27371" y="166820"/>
                    <a:pt x="20285" y="166820"/>
                  </a:cubicBezTo>
                  <a:cubicBezTo>
                    <a:pt x="10366" y="166820"/>
                    <a:pt x="92" y="174153"/>
                    <a:pt x="92" y="186269"/>
                  </a:cubicBezTo>
                  <a:cubicBezTo>
                    <a:pt x="92" y="205400"/>
                    <a:pt x="30559" y="205719"/>
                    <a:pt x="50398" y="205719"/>
                  </a:cubicBezTo>
                  <a:cubicBezTo>
                    <a:pt x="106019" y="205719"/>
                    <a:pt x="129755" y="180211"/>
                    <a:pt x="134715" y="162037"/>
                  </a:cubicBezTo>
                  <a:lnTo>
                    <a:pt x="173331" y="23021"/>
                  </a:lnTo>
                  <a:close/>
                  <a:moveTo>
                    <a:pt x="124441" y="98268"/>
                  </a:moveTo>
                  <a:cubicBezTo>
                    <a:pt x="123024" y="103051"/>
                    <a:pt x="123024" y="103689"/>
                    <a:pt x="117001" y="110066"/>
                  </a:cubicBezTo>
                  <a:cubicBezTo>
                    <a:pt x="104602" y="123457"/>
                    <a:pt x="87597" y="131747"/>
                    <a:pt x="74135" y="131747"/>
                  </a:cubicBezTo>
                  <a:cubicBezTo>
                    <a:pt x="56067" y="131747"/>
                    <a:pt x="47564" y="118037"/>
                    <a:pt x="47564" y="101457"/>
                  </a:cubicBezTo>
                  <a:cubicBezTo>
                    <a:pt x="47564" y="87428"/>
                    <a:pt x="57130" y="51717"/>
                    <a:pt x="66341" y="37688"/>
                  </a:cubicBezTo>
                  <a:cubicBezTo>
                    <a:pt x="81220" y="15369"/>
                    <a:pt x="97871" y="8992"/>
                    <a:pt x="109916" y="8992"/>
                  </a:cubicBezTo>
                  <a:cubicBezTo>
                    <a:pt x="134715" y="8992"/>
                    <a:pt x="141446" y="32905"/>
                    <a:pt x="141446" y="36094"/>
                  </a:cubicBezTo>
                  <a:cubicBezTo>
                    <a:pt x="141446" y="36731"/>
                    <a:pt x="141446" y="37369"/>
                    <a:pt x="140383" y="40876"/>
                  </a:cubicBezTo>
                  <a:lnTo>
                    <a:pt x="124441" y="98268"/>
                  </a:lnTo>
                  <a:close/>
                </a:path>
              </a:pathLst>
            </a:custGeom>
            <a:solidFill>
              <a:srgbClr val="000000"/>
            </a:solidFill>
            <a:ln w="50633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65" name="Gruppo 464" descr="\documentclass{article}&#10;\usepackage{amsmath}&#10;\pagestyle{empty}&#10;\begin{document}&#10;&#10;&#10;$X_{raw}$&#10;&#10;\end{document}" title="IguanaTex Shape Display">
            <a:extLst>
              <a:ext uri="{FF2B5EF4-FFF2-40B4-BE49-F238E27FC236}">
                <a16:creationId xmlns:a16="http://schemas.microsoft.com/office/drawing/2014/main" id="{0B4DA79F-0318-B702-E6DB-D32D92AF2E43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7798725" y="1535953"/>
            <a:ext cx="1100298" cy="425125"/>
            <a:chOff x="6450651" y="5382775"/>
            <a:chExt cx="1100298" cy="425125"/>
          </a:xfrm>
        </p:grpSpPr>
        <p:sp>
          <p:nvSpPr>
            <p:cNvPr id="461" name="Figura a mano libera 460">
              <a:extLst>
                <a:ext uri="{FF2B5EF4-FFF2-40B4-BE49-F238E27FC236}">
                  <a16:creationId xmlns:a16="http://schemas.microsoft.com/office/drawing/2014/main" id="{8DE75021-5B8E-9763-45DC-299D9EBB3267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6450651" y="5382775"/>
              <a:ext cx="417028" cy="345667"/>
            </a:xfrm>
            <a:custGeom>
              <a:avLst/>
              <a:gdLst>
                <a:gd name="csX0" fmla="*/ 231871 w 417028"/>
                <a:gd name="csY0" fmla="*/ 137723 h 345667"/>
                <a:gd name="csX1" fmla="*/ 189359 w 417028"/>
                <a:gd name="csY1" fmla="*/ 37008 h 345667"/>
                <a:gd name="csX2" fmla="*/ 186828 w 417028"/>
                <a:gd name="csY2" fmla="*/ 30429 h 345667"/>
                <a:gd name="csX3" fmla="*/ 216688 w 417028"/>
                <a:gd name="csY3" fmla="*/ 15752 h 345667"/>
                <a:gd name="csX4" fmla="*/ 226810 w 417028"/>
                <a:gd name="csY4" fmla="*/ 6136 h 345667"/>
                <a:gd name="csX5" fmla="*/ 219219 w 417028"/>
                <a:gd name="csY5" fmla="*/ 63 h 345667"/>
                <a:gd name="csX6" fmla="*/ 155450 w 417028"/>
                <a:gd name="csY6" fmla="*/ 1581 h 345667"/>
                <a:gd name="csX7" fmla="*/ 98767 w 417028"/>
                <a:gd name="csY7" fmla="*/ 63 h 345667"/>
                <a:gd name="csX8" fmla="*/ 89657 w 417028"/>
                <a:gd name="csY8" fmla="*/ 10185 h 345667"/>
                <a:gd name="csX9" fmla="*/ 101297 w 417028"/>
                <a:gd name="csY9" fmla="*/ 15752 h 345667"/>
                <a:gd name="csX10" fmla="*/ 139255 w 417028"/>
                <a:gd name="csY10" fmla="*/ 31947 h 345667"/>
                <a:gd name="csX11" fmla="*/ 198975 w 417028"/>
                <a:gd name="csY11" fmla="*/ 173150 h 345667"/>
                <a:gd name="csX12" fmla="*/ 92187 w 417028"/>
                <a:gd name="csY12" fmla="*/ 288035 h 345667"/>
                <a:gd name="csX13" fmla="*/ 85608 w 417028"/>
                <a:gd name="csY13" fmla="*/ 293602 h 345667"/>
                <a:gd name="csX14" fmla="*/ 11211 w 417028"/>
                <a:gd name="csY14" fmla="*/ 330041 h 345667"/>
                <a:gd name="csX15" fmla="*/ 77 w 417028"/>
                <a:gd name="csY15" fmla="*/ 340163 h 345667"/>
                <a:gd name="csX16" fmla="*/ 6656 w 417028"/>
                <a:gd name="csY16" fmla="*/ 345731 h 345667"/>
                <a:gd name="csX17" fmla="*/ 54230 w 417028"/>
                <a:gd name="csY17" fmla="*/ 344212 h 345667"/>
                <a:gd name="csX18" fmla="*/ 110913 w 417028"/>
                <a:gd name="csY18" fmla="*/ 345731 h 345667"/>
                <a:gd name="csX19" fmla="*/ 120023 w 417028"/>
                <a:gd name="csY19" fmla="*/ 335608 h 345667"/>
                <a:gd name="csX20" fmla="*/ 113950 w 417028"/>
                <a:gd name="csY20" fmla="*/ 330041 h 345667"/>
                <a:gd name="csX21" fmla="*/ 93706 w 417028"/>
                <a:gd name="csY21" fmla="*/ 314352 h 345667"/>
                <a:gd name="csX22" fmla="*/ 107370 w 417028"/>
                <a:gd name="csY22" fmla="*/ 291578 h 345667"/>
                <a:gd name="csX23" fmla="*/ 158993 w 417028"/>
                <a:gd name="csY23" fmla="*/ 236919 h 345667"/>
                <a:gd name="csX24" fmla="*/ 204542 w 417028"/>
                <a:gd name="csY24" fmla="*/ 187321 h 345667"/>
                <a:gd name="csX25" fmla="*/ 255658 w 417028"/>
                <a:gd name="csY25" fmla="*/ 308279 h 345667"/>
                <a:gd name="csX26" fmla="*/ 258189 w 417028"/>
                <a:gd name="csY26" fmla="*/ 315364 h 345667"/>
                <a:gd name="csX27" fmla="*/ 228835 w 417028"/>
                <a:gd name="csY27" fmla="*/ 330041 h 345667"/>
                <a:gd name="csX28" fmla="*/ 218713 w 417028"/>
                <a:gd name="csY28" fmla="*/ 339657 h 345667"/>
                <a:gd name="csX29" fmla="*/ 226304 w 417028"/>
                <a:gd name="csY29" fmla="*/ 345731 h 345667"/>
                <a:gd name="csX30" fmla="*/ 290073 w 417028"/>
                <a:gd name="csY30" fmla="*/ 344212 h 345667"/>
                <a:gd name="csX31" fmla="*/ 346251 w 417028"/>
                <a:gd name="csY31" fmla="*/ 345731 h 345667"/>
                <a:gd name="csX32" fmla="*/ 355867 w 417028"/>
                <a:gd name="csY32" fmla="*/ 336115 h 345667"/>
                <a:gd name="csX33" fmla="*/ 346757 w 417028"/>
                <a:gd name="csY33" fmla="*/ 330041 h 345667"/>
                <a:gd name="csX34" fmla="*/ 303232 w 417028"/>
                <a:gd name="csY34" fmla="*/ 307773 h 345667"/>
                <a:gd name="csX35" fmla="*/ 237945 w 417028"/>
                <a:gd name="csY35" fmla="*/ 151387 h 345667"/>
                <a:gd name="csX36" fmla="*/ 341696 w 417028"/>
                <a:gd name="csY36" fmla="*/ 41563 h 345667"/>
                <a:gd name="csX37" fmla="*/ 405971 w 417028"/>
                <a:gd name="csY37" fmla="*/ 15752 h 345667"/>
                <a:gd name="csX38" fmla="*/ 417105 w 417028"/>
                <a:gd name="csY38" fmla="*/ 5630 h 345667"/>
                <a:gd name="csX39" fmla="*/ 410526 w 417028"/>
                <a:gd name="csY39" fmla="*/ 63 h 345667"/>
                <a:gd name="csX40" fmla="*/ 362952 w 417028"/>
                <a:gd name="csY40" fmla="*/ 1581 h 345667"/>
                <a:gd name="csX41" fmla="*/ 306775 w 417028"/>
                <a:gd name="csY41" fmla="*/ 63 h 345667"/>
                <a:gd name="csX42" fmla="*/ 297159 w 417028"/>
                <a:gd name="csY42" fmla="*/ 10185 h 345667"/>
                <a:gd name="csX43" fmla="*/ 303232 w 417028"/>
                <a:gd name="csY43" fmla="*/ 15752 h 345667"/>
                <a:gd name="csX44" fmla="*/ 323476 w 417028"/>
                <a:gd name="csY44" fmla="*/ 31441 h 345667"/>
                <a:gd name="csX45" fmla="*/ 313860 w 417028"/>
                <a:gd name="csY45" fmla="*/ 49661 h 345667"/>
                <a:gd name="csX46" fmla="*/ 231871 w 417028"/>
                <a:gd name="csY46" fmla="*/ 137723 h 345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417028" h="345667">
                  <a:moveTo>
                    <a:pt x="231871" y="137723"/>
                  </a:moveTo>
                  <a:lnTo>
                    <a:pt x="189359" y="37008"/>
                  </a:lnTo>
                  <a:cubicBezTo>
                    <a:pt x="187841" y="32959"/>
                    <a:pt x="186828" y="30935"/>
                    <a:pt x="186828" y="30429"/>
                  </a:cubicBezTo>
                  <a:cubicBezTo>
                    <a:pt x="186828" y="27392"/>
                    <a:pt x="195432" y="17776"/>
                    <a:pt x="216688" y="15752"/>
                  </a:cubicBezTo>
                  <a:cubicBezTo>
                    <a:pt x="221749" y="15246"/>
                    <a:pt x="226810" y="14740"/>
                    <a:pt x="226810" y="6136"/>
                  </a:cubicBezTo>
                  <a:cubicBezTo>
                    <a:pt x="226810" y="63"/>
                    <a:pt x="220737" y="63"/>
                    <a:pt x="219219" y="63"/>
                  </a:cubicBezTo>
                  <a:cubicBezTo>
                    <a:pt x="198469" y="63"/>
                    <a:pt x="176706" y="1581"/>
                    <a:pt x="155450" y="1581"/>
                  </a:cubicBezTo>
                  <a:cubicBezTo>
                    <a:pt x="142798" y="1581"/>
                    <a:pt x="111419" y="63"/>
                    <a:pt x="98767" y="63"/>
                  </a:cubicBezTo>
                  <a:cubicBezTo>
                    <a:pt x="95730" y="63"/>
                    <a:pt x="89657" y="63"/>
                    <a:pt x="89657" y="10185"/>
                  </a:cubicBezTo>
                  <a:cubicBezTo>
                    <a:pt x="89657" y="15752"/>
                    <a:pt x="94718" y="15752"/>
                    <a:pt x="101297" y="15752"/>
                  </a:cubicBezTo>
                  <a:cubicBezTo>
                    <a:pt x="131663" y="15752"/>
                    <a:pt x="134700" y="20813"/>
                    <a:pt x="139255" y="31947"/>
                  </a:cubicBezTo>
                  <a:lnTo>
                    <a:pt x="198975" y="173150"/>
                  </a:lnTo>
                  <a:lnTo>
                    <a:pt x="92187" y="288035"/>
                  </a:lnTo>
                  <a:lnTo>
                    <a:pt x="85608" y="293602"/>
                  </a:lnTo>
                  <a:cubicBezTo>
                    <a:pt x="60809" y="320425"/>
                    <a:pt x="37022" y="328523"/>
                    <a:pt x="11211" y="330041"/>
                  </a:cubicBezTo>
                  <a:cubicBezTo>
                    <a:pt x="4632" y="330547"/>
                    <a:pt x="77" y="330547"/>
                    <a:pt x="77" y="340163"/>
                  </a:cubicBezTo>
                  <a:cubicBezTo>
                    <a:pt x="77" y="340670"/>
                    <a:pt x="77" y="345731"/>
                    <a:pt x="6656" y="345731"/>
                  </a:cubicBezTo>
                  <a:cubicBezTo>
                    <a:pt x="21839" y="345731"/>
                    <a:pt x="38540" y="344212"/>
                    <a:pt x="54230" y="344212"/>
                  </a:cubicBezTo>
                  <a:cubicBezTo>
                    <a:pt x="72955" y="344212"/>
                    <a:pt x="92693" y="345731"/>
                    <a:pt x="110913" y="345731"/>
                  </a:cubicBezTo>
                  <a:cubicBezTo>
                    <a:pt x="113950" y="345731"/>
                    <a:pt x="120023" y="345731"/>
                    <a:pt x="120023" y="335608"/>
                  </a:cubicBezTo>
                  <a:cubicBezTo>
                    <a:pt x="120023" y="330547"/>
                    <a:pt x="114962" y="330041"/>
                    <a:pt x="113950" y="330041"/>
                  </a:cubicBezTo>
                  <a:cubicBezTo>
                    <a:pt x="109395" y="329535"/>
                    <a:pt x="93706" y="328523"/>
                    <a:pt x="93706" y="314352"/>
                  </a:cubicBezTo>
                  <a:cubicBezTo>
                    <a:pt x="93706" y="306255"/>
                    <a:pt x="101297" y="298157"/>
                    <a:pt x="107370" y="291578"/>
                  </a:cubicBezTo>
                  <a:lnTo>
                    <a:pt x="158993" y="236919"/>
                  </a:lnTo>
                  <a:lnTo>
                    <a:pt x="204542" y="187321"/>
                  </a:lnTo>
                  <a:lnTo>
                    <a:pt x="255658" y="308279"/>
                  </a:lnTo>
                  <a:cubicBezTo>
                    <a:pt x="257683" y="313846"/>
                    <a:pt x="258189" y="314352"/>
                    <a:pt x="258189" y="315364"/>
                  </a:cubicBezTo>
                  <a:cubicBezTo>
                    <a:pt x="258189" y="319413"/>
                    <a:pt x="248573" y="328017"/>
                    <a:pt x="228835" y="330041"/>
                  </a:cubicBezTo>
                  <a:cubicBezTo>
                    <a:pt x="223268" y="330547"/>
                    <a:pt x="218713" y="331054"/>
                    <a:pt x="218713" y="339657"/>
                  </a:cubicBezTo>
                  <a:cubicBezTo>
                    <a:pt x="218713" y="345731"/>
                    <a:pt x="224280" y="345731"/>
                    <a:pt x="226304" y="345731"/>
                  </a:cubicBezTo>
                  <a:cubicBezTo>
                    <a:pt x="240475" y="345731"/>
                    <a:pt x="275902" y="344212"/>
                    <a:pt x="290073" y="344212"/>
                  </a:cubicBezTo>
                  <a:cubicBezTo>
                    <a:pt x="302726" y="344212"/>
                    <a:pt x="333598" y="345731"/>
                    <a:pt x="346251" y="345731"/>
                  </a:cubicBezTo>
                  <a:cubicBezTo>
                    <a:pt x="349793" y="345731"/>
                    <a:pt x="355867" y="345731"/>
                    <a:pt x="355867" y="336115"/>
                  </a:cubicBezTo>
                  <a:cubicBezTo>
                    <a:pt x="355867" y="330041"/>
                    <a:pt x="350806" y="330041"/>
                    <a:pt x="346757" y="330041"/>
                  </a:cubicBezTo>
                  <a:cubicBezTo>
                    <a:pt x="312848" y="329535"/>
                    <a:pt x="311836" y="328017"/>
                    <a:pt x="303232" y="307773"/>
                  </a:cubicBezTo>
                  <a:cubicBezTo>
                    <a:pt x="283494" y="260705"/>
                    <a:pt x="249585" y="181753"/>
                    <a:pt x="237945" y="151387"/>
                  </a:cubicBezTo>
                  <a:cubicBezTo>
                    <a:pt x="272360" y="115960"/>
                    <a:pt x="325500" y="55734"/>
                    <a:pt x="341696" y="41563"/>
                  </a:cubicBezTo>
                  <a:cubicBezTo>
                    <a:pt x="356373" y="29417"/>
                    <a:pt x="375605" y="17270"/>
                    <a:pt x="405971" y="15752"/>
                  </a:cubicBezTo>
                  <a:cubicBezTo>
                    <a:pt x="412550" y="15246"/>
                    <a:pt x="417105" y="15246"/>
                    <a:pt x="417105" y="5630"/>
                  </a:cubicBezTo>
                  <a:cubicBezTo>
                    <a:pt x="417105" y="5124"/>
                    <a:pt x="417105" y="63"/>
                    <a:pt x="410526" y="63"/>
                  </a:cubicBezTo>
                  <a:cubicBezTo>
                    <a:pt x="395342" y="63"/>
                    <a:pt x="378641" y="1581"/>
                    <a:pt x="362952" y="1581"/>
                  </a:cubicBezTo>
                  <a:cubicBezTo>
                    <a:pt x="344226" y="1581"/>
                    <a:pt x="324994" y="63"/>
                    <a:pt x="306775" y="63"/>
                  </a:cubicBezTo>
                  <a:cubicBezTo>
                    <a:pt x="303738" y="63"/>
                    <a:pt x="297159" y="63"/>
                    <a:pt x="297159" y="10185"/>
                  </a:cubicBezTo>
                  <a:cubicBezTo>
                    <a:pt x="297159" y="13728"/>
                    <a:pt x="299689" y="15246"/>
                    <a:pt x="303232" y="15752"/>
                  </a:cubicBezTo>
                  <a:cubicBezTo>
                    <a:pt x="307787" y="16258"/>
                    <a:pt x="323476" y="17270"/>
                    <a:pt x="323476" y="31441"/>
                  </a:cubicBezTo>
                  <a:cubicBezTo>
                    <a:pt x="323476" y="38526"/>
                    <a:pt x="317909" y="45106"/>
                    <a:pt x="313860" y="49661"/>
                  </a:cubicBezTo>
                  <a:lnTo>
                    <a:pt x="231871" y="137723"/>
                  </a:lnTo>
                  <a:close/>
                </a:path>
              </a:pathLst>
            </a:custGeom>
            <a:solidFill>
              <a:srgbClr val="000000"/>
            </a:solidFill>
            <a:ln w="506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62" name="Figura a mano libera 461">
              <a:extLst>
                <a:ext uri="{FF2B5EF4-FFF2-40B4-BE49-F238E27FC236}">
                  <a16:creationId xmlns:a16="http://schemas.microsoft.com/office/drawing/2014/main" id="{229AEB41-4E9D-58C4-C6E9-721FCE9528C4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6872929" y="5648124"/>
              <a:ext cx="164736" cy="159776"/>
            </a:xfrm>
            <a:custGeom>
              <a:avLst/>
              <a:gdLst>
                <a:gd name="csX0" fmla="*/ 66688 w 164736"/>
                <a:gd name="csY0" fmla="*/ 84735 h 159776"/>
                <a:gd name="csX1" fmla="*/ 75899 w 164736"/>
                <a:gd name="csY1" fmla="*/ 48954 h 159776"/>
                <a:gd name="csX2" fmla="*/ 98218 w 164736"/>
                <a:gd name="csY2" fmla="*/ 19903 h 159776"/>
                <a:gd name="csX3" fmla="*/ 126914 w 164736"/>
                <a:gd name="csY3" fmla="*/ 9984 h 159776"/>
                <a:gd name="csX4" fmla="*/ 146399 w 164736"/>
                <a:gd name="csY4" fmla="*/ 14944 h 159776"/>
                <a:gd name="csX5" fmla="*/ 130811 w 164736"/>
                <a:gd name="csY5" fmla="*/ 34429 h 159776"/>
                <a:gd name="csX6" fmla="*/ 144982 w 164736"/>
                <a:gd name="csY6" fmla="*/ 47537 h 159776"/>
                <a:gd name="csX7" fmla="*/ 164821 w 164736"/>
                <a:gd name="csY7" fmla="*/ 25926 h 159776"/>
                <a:gd name="csX8" fmla="*/ 127268 w 164736"/>
                <a:gd name="csY8" fmla="*/ 64 h 159776"/>
                <a:gd name="csX9" fmla="*/ 77316 w 164736"/>
                <a:gd name="csY9" fmla="*/ 25218 h 159776"/>
                <a:gd name="csX10" fmla="*/ 40826 w 164736"/>
                <a:gd name="csY10" fmla="*/ 64 h 159776"/>
                <a:gd name="csX11" fmla="*/ 13193 w 164736"/>
                <a:gd name="csY11" fmla="*/ 18132 h 159776"/>
                <a:gd name="csX12" fmla="*/ 85 w 164736"/>
                <a:gd name="csY12" fmla="*/ 54268 h 159776"/>
                <a:gd name="csX13" fmla="*/ 6108 w 164736"/>
                <a:gd name="csY13" fmla="*/ 58873 h 159776"/>
                <a:gd name="csX14" fmla="*/ 13902 w 164736"/>
                <a:gd name="csY14" fmla="*/ 48245 h 159776"/>
                <a:gd name="csX15" fmla="*/ 39763 w 164736"/>
                <a:gd name="csY15" fmla="*/ 9984 h 159776"/>
                <a:gd name="csX16" fmla="*/ 51454 w 164736"/>
                <a:gd name="csY16" fmla="*/ 27343 h 159776"/>
                <a:gd name="csX17" fmla="*/ 45786 w 164736"/>
                <a:gd name="csY17" fmla="*/ 56748 h 159776"/>
                <a:gd name="csX18" fmla="*/ 37992 w 164736"/>
                <a:gd name="csY18" fmla="*/ 88632 h 159776"/>
                <a:gd name="csX19" fmla="*/ 26655 w 164736"/>
                <a:gd name="csY19" fmla="*/ 133979 h 159776"/>
                <a:gd name="csX20" fmla="*/ 23113 w 164736"/>
                <a:gd name="csY20" fmla="*/ 148504 h 159776"/>
                <a:gd name="csX21" fmla="*/ 35158 w 164736"/>
                <a:gd name="csY21" fmla="*/ 159841 h 159776"/>
                <a:gd name="csX22" fmla="*/ 50391 w 164736"/>
                <a:gd name="csY22" fmla="*/ 149567 h 159776"/>
                <a:gd name="csX23" fmla="*/ 57123 w 164736"/>
                <a:gd name="csY23" fmla="*/ 122996 h 159776"/>
                <a:gd name="csX24" fmla="*/ 66688 w 164736"/>
                <a:gd name="csY24" fmla="*/ 84735 h 1597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64736" h="159776">
                  <a:moveTo>
                    <a:pt x="66688" y="84735"/>
                  </a:moveTo>
                  <a:cubicBezTo>
                    <a:pt x="67042" y="82610"/>
                    <a:pt x="75191" y="50725"/>
                    <a:pt x="75899" y="48954"/>
                  </a:cubicBezTo>
                  <a:cubicBezTo>
                    <a:pt x="76608" y="46120"/>
                    <a:pt x="86881" y="28406"/>
                    <a:pt x="98218" y="19903"/>
                  </a:cubicBezTo>
                  <a:cubicBezTo>
                    <a:pt x="102115" y="17069"/>
                    <a:pt x="111680" y="9984"/>
                    <a:pt x="126914" y="9984"/>
                  </a:cubicBezTo>
                  <a:cubicBezTo>
                    <a:pt x="130457" y="9984"/>
                    <a:pt x="139314" y="10338"/>
                    <a:pt x="146399" y="14944"/>
                  </a:cubicBezTo>
                  <a:cubicBezTo>
                    <a:pt x="135062" y="18132"/>
                    <a:pt x="130811" y="28052"/>
                    <a:pt x="130811" y="34429"/>
                  </a:cubicBezTo>
                  <a:cubicBezTo>
                    <a:pt x="130811" y="42223"/>
                    <a:pt x="136834" y="47537"/>
                    <a:pt x="144982" y="47537"/>
                  </a:cubicBezTo>
                  <a:cubicBezTo>
                    <a:pt x="153130" y="47537"/>
                    <a:pt x="164821" y="40806"/>
                    <a:pt x="164821" y="25926"/>
                  </a:cubicBezTo>
                  <a:cubicBezTo>
                    <a:pt x="164821" y="7504"/>
                    <a:pt x="145336" y="64"/>
                    <a:pt x="127268" y="64"/>
                  </a:cubicBezTo>
                  <a:cubicBezTo>
                    <a:pt x="108846" y="64"/>
                    <a:pt x="92904" y="7504"/>
                    <a:pt x="77316" y="25218"/>
                  </a:cubicBezTo>
                  <a:cubicBezTo>
                    <a:pt x="70939" y="3607"/>
                    <a:pt x="49329" y="64"/>
                    <a:pt x="40826" y="64"/>
                  </a:cubicBezTo>
                  <a:cubicBezTo>
                    <a:pt x="27718" y="64"/>
                    <a:pt x="18861" y="8213"/>
                    <a:pt x="13193" y="18132"/>
                  </a:cubicBezTo>
                  <a:cubicBezTo>
                    <a:pt x="5045" y="31949"/>
                    <a:pt x="85" y="52496"/>
                    <a:pt x="85" y="54268"/>
                  </a:cubicBezTo>
                  <a:cubicBezTo>
                    <a:pt x="85" y="58873"/>
                    <a:pt x="5045" y="58873"/>
                    <a:pt x="6108" y="58873"/>
                  </a:cubicBezTo>
                  <a:cubicBezTo>
                    <a:pt x="11067" y="58873"/>
                    <a:pt x="11422" y="57811"/>
                    <a:pt x="13902" y="48245"/>
                  </a:cubicBezTo>
                  <a:cubicBezTo>
                    <a:pt x="19216" y="26635"/>
                    <a:pt x="25947" y="9984"/>
                    <a:pt x="39763" y="9984"/>
                  </a:cubicBezTo>
                  <a:cubicBezTo>
                    <a:pt x="48974" y="9984"/>
                    <a:pt x="51454" y="17778"/>
                    <a:pt x="51454" y="27343"/>
                  </a:cubicBezTo>
                  <a:cubicBezTo>
                    <a:pt x="51454" y="34074"/>
                    <a:pt x="48266" y="47182"/>
                    <a:pt x="45786" y="56748"/>
                  </a:cubicBezTo>
                  <a:cubicBezTo>
                    <a:pt x="43306" y="66313"/>
                    <a:pt x="39763" y="80838"/>
                    <a:pt x="37992" y="88632"/>
                  </a:cubicBezTo>
                  <a:lnTo>
                    <a:pt x="26655" y="133979"/>
                  </a:lnTo>
                  <a:cubicBezTo>
                    <a:pt x="25238" y="138584"/>
                    <a:pt x="23113" y="147441"/>
                    <a:pt x="23113" y="148504"/>
                  </a:cubicBezTo>
                  <a:cubicBezTo>
                    <a:pt x="23113" y="156298"/>
                    <a:pt x="29489" y="159841"/>
                    <a:pt x="35158" y="159841"/>
                  </a:cubicBezTo>
                  <a:cubicBezTo>
                    <a:pt x="40472" y="159841"/>
                    <a:pt x="47557" y="156652"/>
                    <a:pt x="50391" y="149567"/>
                  </a:cubicBezTo>
                  <a:cubicBezTo>
                    <a:pt x="51100" y="147441"/>
                    <a:pt x="54997" y="131853"/>
                    <a:pt x="57123" y="122996"/>
                  </a:cubicBezTo>
                  <a:lnTo>
                    <a:pt x="66688" y="84735"/>
                  </a:lnTo>
                  <a:close/>
                </a:path>
              </a:pathLst>
            </a:custGeom>
            <a:solidFill>
              <a:srgbClr val="000000"/>
            </a:solidFill>
            <a:ln w="506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63" name="Figura a mano libera 462">
              <a:extLst>
                <a:ext uri="{FF2B5EF4-FFF2-40B4-BE49-F238E27FC236}">
                  <a16:creationId xmlns:a16="http://schemas.microsoft.com/office/drawing/2014/main" id="{8B37D824-22F5-9147-3678-66D6B4CC905E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7076699" y="5648124"/>
              <a:ext cx="180678" cy="159776"/>
            </a:xfrm>
            <a:custGeom>
              <a:avLst/>
              <a:gdLst>
                <a:gd name="csX0" fmla="*/ 127981 w 180678"/>
                <a:gd name="csY0" fmla="*/ 20966 h 159776"/>
                <a:gd name="csX1" fmla="*/ 91491 w 180678"/>
                <a:gd name="csY1" fmla="*/ 64 h 159776"/>
                <a:gd name="csX2" fmla="*/ 89 w 180678"/>
                <a:gd name="csY2" fmla="*/ 101032 h 159776"/>
                <a:gd name="csX3" fmla="*/ 53584 w 180678"/>
                <a:gd name="csY3" fmla="*/ 159841 h 159776"/>
                <a:gd name="csX4" fmla="*/ 103890 w 180678"/>
                <a:gd name="csY4" fmla="*/ 135042 h 159776"/>
                <a:gd name="csX5" fmla="*/ 140380 w 180678"/>
                <a:gd name="csY5" fmla="*/ 159841 h 159776"/>
                <a:gd name="csX6" fmla="*/ 168368 w 180678"/>
                <a:gd name="csY6" fmla="*/ 141064 h 159776"/>
                <a:gd name="csX7" fmla="*/ 180767 w 180678"/>
                <a:gd name="csY7" fmla="*/ 105637 h 159776"/>
                <a:gd name="csX8" fmla="*/ 175099 w 180678"/>
                <a:gd name="csY8" fmla="*/ 101032 h 159776"/>
                <a:gd name="csX9" fmla="*/ 167305 w 180678"/>
                <a:gd name="csY9" fmla="*/ 112014 h 159776"/>
                <a:gd name="csX10" fmla="*/ 141443 w 180678"/>
                <a:gd name="csY10" fmla="*/ 149921 h 159776"/>
                <a:gd name="csX11" fmla="*/ 129752 w 180678"/>
                <a:gd name="csY11" fmla="*/ 132562 h 159776"/>
                <a:gd name="csX12" fmla="*/ 135066 w 180678"/>
                <a:gd name="csY12" fmla="*/ 104574 h 159776"/>
                <a:gd name="csX13" fmla="*/ 142860 w 180678"/>
                <a:gd name="csY13" fmla="*/ 72690 h 159776"/>
                <a:gd name="csX14" fmla="*/ 149946 w 180678"/>
                <a:gd name="csY14" fmla="*/ 45765 h 159776"/>
                <a:gd name="csX15" fmla="*/ 156323 w 180678"/>
                <a:gd name="csY15" fmla="*/ 18132 h 159776"/>
                <a:gd name="csX16" fmla="*/ 144277 w 180678"/>
                <a:gd name="csY16" fmla="*/ 6795 h 159776"/>
                <a:gd name="csX17" fmla="*/ 127981 w 180678"/>
                <a:gd name="csY17" fmla="*/ 20966 h 159776"/>
                <a:gd name="csX18" fmla="*/ 105308 w 180678"/>
                <a:gd name="csY18" fmla="*/ 112014 h 159776"/>
                <a:gd name="csX19" fmla="*/ 87240 w 180678"/>
                <a:gd name="csY19" fmla="*/ 135750 h 159776"/>
                <a:gd name="csX20" fmla="*/ 54647 w 180678"/>
                <a:gd name="csY20" fmla="*/ 149921 h 159776"/>
                <a:gd name="csX21" fmla="*/ 28785 w 180678"/>
                <a:gd name="csY21" fmla="*/ 115557 h 159776"/>
                <a:gd name="csX22" fmla="*/ 47207 w 180678"/>
                <a:gd name="csY22" fmla="*/ 43640 h 159776"/>
                <a:gd name="csX23" fmla="*/ 91491 w 180678"/>
                <a:gd name="csY23" fmla="*/ 9984 h 159776"/>
                <a:gd name="csX24" fmla="*/ 123021 w 180678"/>
                <a:gd name="csY24" fmla="*/ 40806 h 159776"/>
                <a:gd name="csX25" fmla="*/ 121958 w 180678"/>
                <a:gd name="csY25" fmla="*/ 45765 h 159776"/>
                <a:gd name="csX26" fmla="*/ 105308 w 180678"/>
                <a:gd name="csY26" fmla="*/ 112014 h 1597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80678" h="159776">
                  <a:moveTo>
                    <a:pt x="127981" y="20966"/>
                  </a:moveTo>
                  <a:cubicBezTo>
                    <a:pt x="120541" y="9275"/>
                    <a:pt x="108496" y="64"/>
                    <a:pt x="91491" y="64"/>
                  </a:cubicBezTo>
                  <a:cubicBezTo>
                    <a:pt x="46144" y="64"/>
                    <a:pt x="89" y="50017"/>
                    <a:pt x="89" y="101032"/>
                  </a:cubicBezTo>
                  <a:cubicBezTo>
                    <a:pt x="89" y="135396"/>
                    <a:pt x="23117" y="159841"/>
                    <a:pt x="53584" y="159841"/>
                  </a:cubicBezTo>
                  <a:cubicBezTo>
                    <a:pt x="72715" y="159841"/>
                    <a:pt x="89720" y="148858"/>
                    <a:pt x="103890" y="135042"/>
                  </a:cubicBezTo>
                  <a:cubicBezTo>
                    <a:pt x="110622" y="156298"/>
                    <a:pt x="131169" y="159841"/>
                    <a:pt x="140380" y="159841"/>
                  </a:cubicBezTo>
                  <a:cubicBezTo>
                    <a:pt x="153134" y="159841"/>
                    <a:pt x="161991" y="152047"/>
                    <a:pt x="168368" y="141064"/>
                  </a:cubicBezTo>
                  <a:cubicBezTo>
                    <a:pt x="176162" y="127248"/>
                    <a:pt x="180767" y="107054"/>
                    <a:pt x="180767" y="105637"/>
                  </a:cubicBezTo>
                  <a:cubicBezTo>
                    <a:pt x="180767" y="101032"/>
                    <a:pt x="176162" y="101032"/>
                    <a:pt x="175099" y="101032"/>
                  </a:cubicBezTo>
                  <a:cubicBezTo>
                    <a:pt x="170139" y="101032"/>
                    <a:pt x="169785" y="102449"/>
                    <a:pt x="167305" y="112014"/>
                  </a:cubicBezTo>
                  <a:cubicBezTo>
                    <a:pt x="163054" y="129019"/>
                    <a:pt x="156323" y="149921"/>
                    <a:pt x="141443" y="149921"/>
                  </a:cubicBezTo>
                  <a:cubicBezTo>
                    <a:pt x="132232" y="149921"/>
                    <a:pt x="129752" y="142127"/>
                    <a:pt x="129752" y="132562"/>
                  </a:cubicBezTo>
                  <a:cubicBezTo>
                    <a:pt x="129752" y="126539"/>
                    <a:pt x="132586" y="113785"/>
                    <a:pt x="135066" y="104574"/>
                  </a:cubicBezTo>
                  <a:cubicBezTo>
                    <a:pt x="137546" y="95009"/>
                    <a:pt x="141089" y="80484"/>
                    <a:pt x="142860" y="72690"/>
                  </a:cubicBezTo>
                  <a:lnTo>
                    <a:pt x="149946" y="45765"/>
                  </a:lnTo>
                  <a:cubicBezTo>
                    <a:pt x="152071" y="36554"/>
                    <a:pt x="156323" y="19903"/>
                    <a:pt x="156323" y="18132"/>
                  </a:cubicBezTo>
                  <a:cubicBezTo>
                    <a:pt x="156323" y="10338"/>
                    <a:pt x="149946" y="6795"/>
                    <a:pt x="144277" y="6795"/>
                  </a:cubicBezTo>
                  <a:cubicBezTo>
                    <a:pt x="138255" y="6795"/>
                    <a:pt x="130107" y="11047"/>
                    <a:pt x="127981" y="20966"/>
                  </a:cubicBezTo>
                  <a:close/>
                  <a:moveTo>
                    <a:pt x="105308" y="112014"/>
                  </a:moveTo>
                  <a:cubicBezTo>
                    <a:pt x="102828" y="121934"/>
                    <a:pt x="95034" y="129019"/>
                    <a:pt x="87240" y="135750"/>
                  </a:cubicBezTo>
                  <a:cubicBezTo>
                    <a:pt x="84051" y="138584"/>
                    <a:pt x="69880" y="149921"/>
                    <a:pt x="54647" y="149921"/>
                  </a:cubicBezTo>
                  <a:cubicBezTo>
                    <a:pt x="41539" y="149921"/>
                    <a:pt x="28785" y="140710"/>
                    <a:pt x="28785" y="115557"/>
                  </a:cubicBezTo>
                  <a:cubicBezTo>
                    <a:pt x="28785" y="96780"/>
                    <a:pt x="39059" y="57811"/>
                    <a:pt x="47207" y="43640"/>
                  </a:cubicBezTo>
                  <a:cubicBezTo>
                    <a:pt x="63503" y="15298"/>
                    <a:pt x="81571" y="9984"/>
                    <a:pt x="91491" y="9984"/>
                  </a:cubicBezTo>
                  <a:cubicBezTo>
                    <a:pt x="116290" y="9984"/>
                    <a:pt x="123021" y="36908"/>
                    <a:pt x="123021" y="40806"/>
                  </a:cubicBezTo>
                  <a:cubicBezTo>
                    <a:pt x="123021" y="42223"/>
                    <a:pt x="122313" y="44702"/>
                    <a:pt x="121958" y="45765"/>
                  </a:cubicBezTo>
                  <a:lnTo>
                    <a:pt x="105308" y="112014"/>
                  </a:lnTo>
                  <a:close/>
                </a:path>
              </a:pathLst>
            </a:custGeom>
            <a:solidFill>
              <a:srgbClr val="000000"/>
            </a:solidFill>
            <a:ln w="506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64" name="Figura a mano libera 463">
              <a:extLst>
                <a:ext uri="{FF2B5EF4-FFF2-40B4-BE49-F238E27FC236}">
                  <a16:creationId xmlns:a16="http://schemas.microsoft.com/office/drawing/2014/main" id="{D11DFBDD-82B4-5D48-322F-DCF9B1D0F2C7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7291269" y="5647769"/>
              <a:ext cx="259680" cy="160130"/>
            </a:xfrm>
            <a:custGeom>
              <a:avLst/>
              <a:gdLst>
                <a:gd name="csX0" fmla="*/ 169789 w 259680"/>
                <a:gd name="csY0" fmla="*/ 43640 h 160130"/>
                <a:gd name="csX1" fmla="*/ 176520 w 259680"/>
                <a:gd name="csY1" fmla="*/ 15298 h 160130"/>
                <a:gd name="csX2" fmla="*/ 164829 w 259680"/>
                <a:gd name="csY2" fmla="*/ 3961 h 160130"/>
                <a:gd name="csX3" fmla="*/ 149596 w 259680"/>
                <a:gd name="csY3" fmla="*/ 14235 h 160130"/>
                <a:gd name="csX4" fmla="*/ 142510 w 259680"/>
                <a:gd name="csY4" fmla="*/ 40806 h 160130"/>
                <a:gd name="csX5" fmla="*/ 132236 w 259680"/>
                <a:gd name="csY5" fmla="*/ 81547 h 160130"/>
                <a:gd name="csX6" fmla="*/ 126568 w 259680"/>
                <a:gd name="csY6" fmla="*/ 114140 h 160130"/>
                <a:gd name="csX7" fmla="*/ 116649 w 259680"/>
                <a:gd name="csY7" fmla="*/ 138584 h 160130"/>
                <a:gd name="csX8" fmla="*/ 92912 w 259680"/>
                <a:gd name="csY8" fmla="*/ 150275 h 160130"/>
                <a:gd name="csX9" fmla="*/ 61028 w 259680"/>
                <a:gd name="csY9" fmla="*/ 117682 h 160130"/>
                <a:gd name="csX10" fmla="*/ 78033 w 259680"/>
                <a:gd name="csY10" fmla="*/ 55331 h 160130"/>
                <a:gd name="csX11" fmla="*/ 85473 w 259680"/>
                <a:gd name="csY11" fmla="*/ 30532 h 160130"/>
                <a:gd name="csX12" fmla="*/ 51817 w 259680"/>
                <a:gd name="csY12" fmla="*/ 419 h 160130"/>
                <a:gd name="csX13" fmla="*/ 93 w 259680"/>
                <a:gd name="csY13" fmla="*/ 54622 h 160130"/>
                <a:gd name="csX14" fmla="*/ 6116 w 259680"/>
                <a:gd name="csY14" fmla="*/ 59228 h 160130"/>
                <a:gd name="csX15" fmla="*/ 12493 w 259680"/>
                <a:gd name="csY15" fmla="*/ 53559 h 160130"/>
                <a:gd name="csX16" fmla="*/ 50754 w 259680"/>
                <a:gd name="csY16" fmla="*/ 10338 h 160130"/>
                <a:gd name="csX17" fmla="*/ 59611 w 259680"/>
                <a:gd name="csY17" fmla="*/ 22738 h 160130"/>
                <a:gd name="csX18" fmla="*/ 54651 w 259680"/>
                <a:gd name="csY18" fmla="*/ 43285 h 160130"/>
                <a:gd name="csX19" fmla="*/ 34458 w 259680"/>
                <a:gd name="csY19" fmla="*/ 113077 h 160130"/>
                <a:gd name="csX20" fmla="*/ 91495 w 259680"/>
                <a:gd name="csY20" fmla="*/ 160195 h 160130"/>
                <a:gd name="csX21" fmla="*/ 131528 w 259680"/>
                <a:gd name="csY21" fmla="*/ 136459 h 160130"/>
                <a:gd name="csX22" fmla="*/ 180772 w 259680"/>
                <a:gd name="csY22" fmla="*/ 160195 h 160130"/>
                <a:gd name="csX23" fmla="*/ 234975 w 259680"/>
                <a:gd name="csY23" fmla="*/ 118391 h 160130"/>
                <a:gd name="csX24" fmla="*/ 259774 w 259680"/>
                <a:gd name="csY24" fmla="*/ 28052 h 160130"/>
                <a:gd name="csX25" fmla="*/ 242061 w 259680"/>
                <a:gd name="csY25" fmla="*/ 64 h 160130"/>
                <a:gd name="csX26" fmla="*/ 222930 w 259680"/>
                <a:gd name="csY26" fmla="*/ 18841 h 160130"/>
                <a:gd name="csX27" fmla="*/ 228953 w 259680"/>
                <a:gd name="csY27" fmla="*/ 29823 h 160130"/>
                <a:gd name="csX28" fmla="*/ 242061 w 259680"/>
                <a:gd name="csY28" fmla="*/ 58165 h 160130"/>
                <a:gd name="csX29" fmla="*/ 182189 w 259680"/>
                <a:gd name="csY29" fmla="*/ 150275 h 160130"/>
                <a:gd name="csX30" fmla="*/ 153493 w 259680"/>
                <a:gd name="csY30" fmla="*/ 118745 h 160130"/>
                <a:gd name="csX31" fmla="*/ 159870 w 259680"/>
                <a:gd name="csY31" fmla="*/ 83318 h 160130"/>
                <a:gd name="csX32" fmla="*/ 169789 w 259680"/>
                <a:gd name="csY32" fmla="*/ 43640 h 160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259680" h="160130">
                  <a:moveTo>
                    <a:pt x="169789" y="43640"/>
                  </a:moveTo>
                  <a:cubicBezTo>
                    <a:pt x="172269" y="34074"/>
                    <a:pt x="176520" y="17069"/>
                    <a:pt x="176520" y="15298"/>
                  </a:cubicBezTo>
                  <a:cubicBezTo>
                    <a:pt x="176520" y="8213"/>
                    <a:pt x="170852" y="3961"/>
                    <a:pt x="164829" y="3961"/>
                  </a:cubicBezTo>
                  <a:cubicBezTo>
                    <a:pt x="158098" y="3961"/>
                    <a:pt x="151721" y="8213"/>
                    <a:pt x="149596" y="14235"/>
                  </a:cubicBezTo>
                  <a:cubicBezTo>
                    <a:pt x="148533" y="17069"/>
                    <a:pt x="144990" y="31949"/>
                    <a:pt x="142510" y="40806"/>
                  </a:cubicBezTo>
                  <a:cubicBezTo>
                    <a:pt x="137551" y="60999"/>
                    <a:pt x="137551" y="61708"/>
                    <a:pt x="132236" y="81547"/>
                  </a:cubicBezTo>
                  <a:cubicBezTo>
                    <a:pt x="127631" y="101032"/>
                    <a:pt x="126922" y="103866"/>
                    <a:pt x="126568" y="114140"/>
                  </a:cubicBezTo>
                  <a:cubicBezTo>
                    <a:pt x="127985" y="121225"/>
                    <a:pt x="125151" y="127956"/>
                    <a:pt x="116649" y="138584"/>
                  </a:cubicBezTo>
                  <a:cubicBezTo>
                    <a:pt x="112043" y="144253"/>
                    <a:pt x="104958" y="150275"/>
                    <a:pt x="92912" y="150275"/>
                  </a:cubicBezTo>
                  <a:cubicBezTo>
                    <a:pt x="79096" y="150275"/>
                    <a:pt x="61028" y="145316"/>
                    <a:pt x="61028" y="117682"/>
                  </a:cubicBezTo>
                  <a:cubicBezTo>
                    <a:pt x="61028" y="99615"/>
                    <a:pt x="70947" y="73398"/>
                    <a:pt x="78033" y="55331"/>
                  </a:cubicBezTo>
                  <a:cubicBezTo>
                    <a:pt x="84056" y="39743"/>
                    <a:pt x="85473" y="36554"/>
                    <a:pt x="85473" y="30532"/>
                  </a:cubicBezTo>
                  <a:cubicBezTo>
                    <a:pt x="85473" y="13527"/>
                    <a:pt x="70947" y="419"/>
                    <a:pt x="51817" y="419"/>
                  </a:cubicBezTo>
                  <a:cubicBezTo>
                    <a:pt x="16035" y="419"/>
                    <a:pt x="93" y="48599"/>
                    <a:pt x="93" y="54622"/>
                  </a:cubicBezTo>
                  <a:cubicBezTo>
                    <a:pt x="93" y="59228"/>
                    <a:pt x="5053" y="59228"/>
                    <a:pt x="6116" y="59228"/>
                  </a:cubicBezTo>
                  <a:cubicBezTo>
                    <a:pt x="11076" y="59228"/>
                    <a:pt x="11430" y="57456"/>
                    <a:pt x="12493" y="53559"/>
                  </a:cubicBezTo>
                  <a:cubicBezTo>
                    <a:pt x="21349" y="24155"/>
                    <a:pt x="36583" y="10338"/>
                    <a:pt x="50754" y="10338"/>
                  </a:cubicBezTo>
                  <a:cubicBezTo>
                    <a:pt x="56777" y="10338"/>
                    <a:pt x="59611" y="14235"/>
                    <a:pt x="59611" y="22738"/>
                  </a:cubicBezTo>
                  <a:cubicBezTo>
                    <a:pt x="59611" y="30886"/>
                    <a:pt x="56422" y="38680"/>
                    <a:pt x="54651" y="43285"/>
                  </a:cubicBezTo>
                  <a:cubicBezTo>
                    <a:pt x="34458" y="95009"/>
                    <a:pt x="34458" y="102094"/>
                    <a:pt x="34458" y="113077"/>
                  </a:cubicBezTo>
                  <a:cubicBezTo>
                    <a:pt x="34458" y="154881"/>
                    <a:pt x="72365" y="160195"/>
                    <a:pt x="91495" y="160195"/>
                  </a:cubicBezTo>
                  <a:cubicBezTo>
                    <a:pt x="98226" y="160195"/>
                    <a:pt x="115586" y="160195"/>
                    <a:pt x="131528" y="136459"/>
                  </a:cubicBezTo>
                  <a:cubicBezTo>
                    <a:pt x="139676" y="152401"/>
                    <a:pt x="159161" y="160195"/>
                    <a:pt x="180772" y="160195"/>
                  </a:cubicBezTo>
                  <a:cubicBezTo>
                    <a:pt x="212302" y="160195"/>
                    <a:pt x="227890" y="132916"/>
                    <a:pt x="234975" y="118391"/>
                  </a:cubicBezTo>
                  <a:cubicBezTo>
                    <a:pt x="250209" y="88632"/>
                    <a:pt x="259774" y="44348"/>
                    <a:pt x="259774" y="28052"/>
                  </a:cubicBezTo>
                  <a:cubicBezTo>
                    <a:pt x="259774" y="1481"/>
                    <a:pt x="244541" y="64"/>
                    <a:pt x="242061" y="64"/>
                  </a:cubicBezTo>
                  <a:cubicBezTo>
                    <a:pt x="232850" y="64"/>
                    <a:pt x="222930" y="9630"/>
                    <a:pt x="222930" y="18841"/>
                  </a:cubicBezTo>
                  <a:cubicBezTo>
                    <a:pt x="222930" y="24863"/>
                    <a:pt x="226473" y="27697"/>
                    <a:pt x="228953" y="29823"/>
                  </a:cubicBezTo>
                  <a:cubicBezTo>
                    <a:pt x="237455" y="36908"/>
                    <a:pt x="242061" y="46828"/>
                    <a:pt x="242061" y="58165"/>
                  </a:cubicBezTo>
                  <a:cubicBezTo>
                    <a:pt x="242061" y="62770"/>
                    <a:pt x="227181" y="150275"/>
                    <a:pt x="182189" y="150275"/>
                  </a:cubicBezTo>
                  <a:cubicBezTo>
                    <a:pt x="153493" y="150275"/>
                    <a:pt x="153493" y="124768"/>
                    <a:pt x="153493" y="118745"/>
                  </a:cubicBezTo>
                  <a:cubicBezTo>
                    <a:pt x="153493" y="109180"/>
                    <a:pt x="154910" y="103512"/>
                    <a:pt x="159870" y="83318"/>
                  </a:cubicBezTo>
                  <a:lnTo>
                    <a:pt x="169789" y="43640"/>
                  </a:lnTo>
                  <a:close/>
                </a:path>
              </a:pathLst>
            </a:custGeom>
            <a:solidFill>
              <a:srgbClr val="000000"/>
            </a:solidFill>
            <a:ln w="50656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973" name="Gruppo 972" descr="\documentclass{article}&#10;\usepackage{amsmath}&#10;\pagestyle{empty}&#10;\begin{document}&#10;&#10;Se $dx = 2$, ho una finestra di 3 istanti totali ($t, t-1, t-2$).&#10;&#10;\end{document}" title="IguanaTex Shape Display">
            <a:extLst>
              <a:ext uri="{FF2B5EF4-FFF2-40B4-BE49-F238E27FC236}">
                <a16:creationId xmlns:a16="http://schemas.microsoft.com/office/drawing/2014/main" id="{E032F210-FF2A-2B46-019F-06863759FAA1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704560" y="4709157"/>
            <a:ext cx="13275659" cy="455491"/>
            <a:chOff x="6450172" y="5067980"/>
            <a:chExt cx="13033756" cy="455491"/>
          </a:xfrm>
        </p:grpSpPr>
        <p:sp>
          <p:nvSpPr>
            <p:cNvPr id="926" name="Figura a mano libera 925">
              <a:extLst>
                <a:ext uri="{FF2B5EF4-FFF2-40B4-BE49-F238E27FC236}">
                  <a16:creationId xmlns:a16="http://schemas.microsoft.com/office/drawing/2014/main" id="{DCA4F92C-EB0D-DA9C-840E-82593817D11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450172" y="5088477"/>
              <a:ext cx="223337" cy="331142"/>
            </a:xfrm>
            <a:custGeom>
              <a:avLst/>
              <a:gdLst>
                <a:gd name="csX0" fmla="*/ 147792 w 223337"/>
                <a:gd name="csY0" fmla="*/ 144454 h 331142"/>
                <a:gd name="csX1" fmla="*/ 83261 w 223337"/>
                <a:gd name="csY1" fmla="*/ 130333 h 331142"/>
                <a:gd name="csX2" fmla="*/ 32342 w 223337"/>
                <a:gd name="csY2" fmla="*/ 72486 h 331142"/>
                <a:gd name="csX3" fmla="*/ 98890 w 223337"/>
                <a:gd name="csY3" fmla="*/ 12817 h 331142"/>
                <a:gd name="csX4" fmla="*/ 197199 w 223337"/>
                <a:gd name="csY4" fmla="*/ 108014 h 331142"/>
                <a:gd name="csX5" fmla="*/ 203248 w 223337"/>
                <a:gd name="csY5" fmla="*/ 113480 h 331142"/>
                <a:gd name="csX6" fmla="*/ 209802 w 223337"/>
                <a:gd name="csY6" fmla="*/ 102548 h 331142"/>
                <a:gd name="csX7" fmla="*/ 209802 w 223337"/>
                <a:gd name="csY7" fmla="*/ 10995 h 331142"/>
                <a:gd name="csX8" fmla="*/ 204257 w 223337"/>
                <a:gd name="csY8" fmla="*/ 63 h 331142"/>
                <a:gd name="csX9" fmla="*/ 196694 w 223337"/>
                <a:gd name="csY9" fmla="*/ 5984 h 331142"/>
                <a:gd name="csX10" fmla="*/ 179049 w 223337"/>
                <a:gd name="csY10" fmla="*/ 31947 h 331142"/>
                <a:gd name="csX11" fmla="*/ 98386 w 223337"/>
                <a:gd name="csY11" fmla="*/ 63 h 331142"/>
                <a:gd name="csX12" fmla="*/ 77 w 223337"/>
                <a:gd name="csY12" fmla="*/ 88428 h 331142"/>
                <a:gd name="csX13" fmla="*/ 66120 w 223337"/>
                <a:gd name="csY13" fmla="*/ 171783 h 331142"/>
                <a:gd name="csX14" fmla="*/ 132668 w 223337"/>
                <a:gd name="csY14" fmla="*/ 186814 h 331142"/>
                <a:gd name="csX15" fmla="*/ 175520 w 223337"/>
                <a:gd name="csY15" fmla="*/ 210045 h 331142"/>
                <a:gd name="csX16" fmla="*/ 191149 w 223337"/>
                <a:gd name="csY16" fmla="*/ 251950 h 331142"/>
                <a:gd name="csX17" fmla="*/ 123593 w 223337"/>
                <a:gd name="csY17" fmla="*/ 317085 h 331142"/>
                <a:gd name="csX18" fmla="*/ 43938 w 223337"/>
                <a:gd name="csY18" fmla="*/ 292489 h 331142"/>
                <a:gd name="csX19" fmla="*/ 12680 w 223337"/>
                <a:gd name="csY19" fmla="*/ 222343 h 331142"/>
                <a:gd name="csX20" fmla="*/ 6631 w 223337"/>
                <a:gd name="csY20" fmla="*/ 217788 h 331142"/>
                <a:gd name="csX21" fmla="*/ 77 w 223337"/>
                <a:gd name="csY21" fmla="*/ 229175 h 331142"/>
                <a:gd name="csX22" fmla="*/ 77 w 223337"/>
                <a:gd name="csY22" fmla="*/ 320274 h 331142"/>
                <a:gd name="csX23" fmla="*/ 5622 w 223337"/>
                <a:gd name="csY23" fmla="*/ 331205 h 331142"/>
                <a:gd name="csX24" fmla="*/ 13185 w 223337"/>
                <a:gd name="csY24" fmla="*/ 325284 h 331142"/>
                <a:gd name="csX25" fmla="*/ 31334 w 223337"/>
                <a:gd name="csY25" fmla="*/ 299321 h 331142"/>
                <a:gd name="csX26" fmla="*/ 124097 w 223337"/>
                <a:gd name="csY26" fmla="*/ 331205 h 331142"/>
                <a:gd name="csX27" fmla="*/ 223414 w 223337"/>
                <a:gd name="csY27" fmla="*/ 236463 h 331142"/>
                <a:gd name="csX28" fmla="*/ 147792 w 223337"/>
                <a:gd name="csY28" fmla="*/ 144454 h 3311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223337" h="331142">
                  <a:moveTo>
                    <a:pt x="147792" y="144454"/>
                  </a:moveTo>
                  <a:lnTo>
                    <a:pt x="83261" y="130333"/>
                  </a:lnTo>
                  <a:cubicBezTo>
                    <a:pt x="52004" y="123501"/>
                    <a:pt x="32342" y="98905"/>
                    <a:pt x="32342" y="72486"/>
                  </a:cubicBezTo>
                  <a:cubicBezTo>
                    <a:pt x="32342" y="40602"/>
                    <a:pt x="59566" y="12817"/>
                    <a:pt x="98890" y="12817"/>
                  </a:cubicBezTo>
                  <a:cubicBezTo>
                    <a:pt x="183082" y="12817"/>
                    <a:pt x="194174" y="87517"/>
                    <a:pt x="197199" y="108014"/>
                  </a:cubicBezTo>
                  <a:cubicBezTo>
                    <a:pt x="197703" y="110747"/>
                    <a:pt x="197703" y="113480"/>
                    <a:pt x="203248" y="113480"/>
                  </a:cubicBezTo>
                  <a:cubicBezTo>
                    <a:pt x="209802" y="113480"/>
                    <a:pt x="209802" y="111203"/>
                    <a:pt x="209802" y="102548"/>
                  </a:cubicBezTo>
                  <a:lnTo>
                    <a:pt x="209802" y="10995"/>
                  </a:lnTo>
                  <a:cubicBezTo>
                    <a:pt x="209802" y="3251"/>
                    <a:pt x="209802" y="63"/>
                    <a:pt x="204257" y="63"/>
                  </a:cubicBezTo>
                  <a:cubicBezTo>
                    <a:pt x="200728" y="63"/>
                    <a:pt x="200223" y="518"/>
                    <a:pt x="196694" y="5984"/>
                  </a:cubicBezTo>
                  <a:lnTo>
                    <a:pt x="179049" y="31947"/>
                  </a:lnTo>
                  <a:cubicBezTo>
                    <a:pt x="163925" y="18738"/>
                    <a:pt x="143255" y="63"/>
                    <a:pt x="98386" y="63"/>
                  </a:cubicBezTo>
                  <a:cubicBezTo>
                    <a:pt x="42425" y="63"/>
                    <a:pt x="77" y="40146"/>
                    <a:pt x="77" y="88428"/>
                  </a:cubicBezTo>
                  <a:cubicBezTo>
                    <a:pt x="77" y="126234"/>
                    <a:pt x="26797" y="159485"/>
                    <a:pt x="66120" y="171783"/>
                  </a:cubicBezTo>
                  <a:cubicBezTo>
                    <a:pt x="71666" y="173605"/>
                    <a:pt x="97377" y="179071"/>
                    <a:pt x="132668" y="186814"/>
                  </a:cubicBezTo>
                  <a:cubicBezTo>
                    <a:pt x="146280" y="190003"/>
                    <a:pt x="161404" y="193191"/>
                    <a:pt x="175520" y="210045"/>
                  </a:cubicBezTo>
                  <a:cubicBezTo>
                    <a:pt x="186107" y="221887"/>
                    <a:pt x="191149" y="236919"/>
                    <a:pt x="191149" y="251950"/>
                  </a:cubicBezTo>
                  <a:cubicBezTo>
                    <a:pt x="191149" y="284290"/>
                    <a:pt x="165941" y="317085"/>
                    <a:pt x="123593" y="317085"/>
                  </a:cubicBezTo>
                  <a:cubicBezTo>
                    <a:pt x="108973" y="317085"/>
                    <a:pt x="70657" y="314808"/>
                    <a:pt x="43938" y="292489"/>
                  </a:cubicBezTo>
                  <a:cubicBezTo>
                    <a:pt x="14697" y="267892"/>
                    <a:pt x="13185" y="238741"/>
                    <a:pt x="12680" y="222343"/>
                  </a:cubicBezTo>
                  <a:cubicBezTo>
                    <a:pt x="12176" y="217788"/>
                    <a:pt x="8143" y="217788"/>
                    <a:pt x="6631" y="217788"/>
                  </a:cubicBezTo>
                  <a:cubicBezTo>
                    <a:pt x="77" y="217788"/>
                    <a:pt x="77" y="220976"/>
                    <a:pt x="77" y="229175"/>
                  </a:cubicBezTo>
                  <a:lnTo>
                    <a:pt x="77" y="320274"/>
                  </a:lnTo>
                  <a:cubicBezTo>
                    <a:pt x="77" y="328017"/>
                    <a:pt x="77" y="331205"/>
                    <a:pt x="5622" y="331205"/>
                  </a:cubicBezTo>
                  <a:cubicBezTo>
                    <a:pt x="9151" y="331205"/>
                    <a:pt x="9656" y="330294"/>
                    <a:pt x="13185" y="325284"/>
                  </a:cubicBezTo>
                  <a:cubicBezTo>
                    <a:pt x="13185" y="324828"/>
                    <a:pt x="14697" y="323462"/>
                    <a:pt x="31334" y="299321"/>
                  </a:cubicBezTo>
                  <a:cubicBezTo>
                    <a:pt x="46962" y="314808"/>
                    <a:pt x="79228" y="331205"/>
                    <a:pt x="124097" y="331205"/>
                  </a:cubicBezTo>
                  <a:cubicBezTo>
                    <a:pt x="183082" y="331205"/>
                    <a:pt x="223414" y="286567"/>
                    <a:pt x="223414" y="236463"/>
                  </a:cubicBezTo>
                  <a:cubicBezTo>
                    <a:pt x="223414" y="190914"/>
                    <a:pt x="190141" y="153564"/>
                    <a:pt x="147792" y="144454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27" name="Figura a mano libera 926">
              <a:extLst>
                <a:ext uri="{FF2B5EF4-FFF2-40B4-BE49-F238E27FC236}">
                  <a16:creationId xmlns:a16="http://schemas.microsoft.com/office/drawing/2014/main" id="{EA9ED336-FEA9-1108-414F-42D55508E86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716139" y="5205538"/>
              <a:ext cx="195105" cy="209070"/>
            </a:xfrm>
            <a:custGeom>
              <a:avLst/>
              <a:gdLst>
                <a:gd name="csX0" fmla="*/ 42431 w 195105"/>
                <a:gd name="csY0" fmla="*/ 89339 h 209070"/>
                <a:gd name="csX1" fmla="*/ 104945 w 195105"/>
                <a:gd name="csY1" fmla="*/ 10084 h 209070"/>
                <a:gd name="csX2" fmla="*/ 161914 w 195105"/>
                <a:gd name="csY2" fmla="*/ 89339 h 209070"/>
                <a:gd name="csX3" fmla="*/ 42431 w 195105"/>
                <a:gd name="csY3" fmla="*/ 89339 h 209070"/>
                <a:gd name="csX4" fmla="*/ 41927 w 195105"/>
                <a:gd name="csY4" fmla="*/ 98905 h 209070"/>
                <a:gd name="csX5" fmla="*/ 182584 w 195105"/>
                <a:gd name="csY5" fmla="*/ 98905 h 209070"/>
                <a:gd name="csX6" fmla="*/ 195188 w 195105"/>
                <a:gd name="csY6" fmla="*/ 89339 h 209070"/>
                <a:gd name="csX7" fmla="*/ 104945 w 195105"/>
                <a:gd name="csY7" fmla="*/ 63 h 209070"/>
                <a:gd name="csX8" fmla="*/ 82 w 195105"/>
                <a:gd name="csY8" fmla="*/ 103915 h 209070"/>
                <a:gd name="csX9" fmla="*/ 110995 w 195105"/>
                <a:gd name="csY9" fmla="*/ 209134 h 209070"/>
                <a:gd name="csX10" fmla="*/ 195188 w 195105"/>
                <a:gd name="csY10" fmla="*/ 149920 h 209070"/>
                <a:gd name="csX11" fmla="*/ 188634 w 195105"/>
                <a:gd name="csY11" fmla="*/ 144454 h 209070"/>
                <a:gd name="csX12" fmla="*/ 182080 w 195105"/>
                <a:gd name="csY12" fmla="*/ 150831 h 209070"/>
                <a:gd name="csX13" fmla="*/ 114020 w 195105"/>
                <a:gd name="csY13" fmla="*/ 197746 h 209070"/>
                <a:gd name="csX14" fmla="*/ 57051 w 195105"/>
                <a:gd name="csY14" fmla="*/ 167228 h 209070"/>
                <a:gd name="csX15" fmla="*/ 41927 w 195105"/>
                <a:gd name="csY15" fmla="*/ 98905 h 209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95105" h="209070">
                  <a:moveTo>
                    <a:pt x="42431" y="89339"/>
                  </a:moveTo>
                  <a:cubicBezTo>
                    <a:pt x="45456" y="21471"/>
                    <a:pt x="87804" y="10084"/>
                    <a:pt x="104945" y="10084"/>
                  </a:cubicBezTo>
                  <a:cubicBezTo>
                    <a:pt x="156872" y="10084"/>
                    <a:pt x="161914" y="71575"/>
                    <a:pt x="161914" y="89339"/>
                  </a:cubicBezTo>
                  <a:lnTo>
                    <a:pt x="42431" y="89339"/>
                  </a:lnTo>
                  <a:close/>
                  <a:moveTo>
                    <a:pt x="41927" y="98905"/>
                  </a:moveTo>
                  <a:lnTo>
                    <a:pt x="182584" y="98905"/>
                  </a:lnTo>
                  <a:cubicBezTo>
                    <a:pt x="193675" y="98905"/>
                    <a:pt x="195188" y="98905"/>
                    <a:pt x="195188" y="89339"/>
                  </a:cubicBezTo>
                  <a:cubicBezTo>
                    <a:pt x="195188" y="44245"/>
                    <a:pt x="167964" y="63"/>
                    <a:pt x="104945" y="63"/>
                  </a:cubicBezTo>
                  <a:cubicBezTo>
                    <a:pt x="46464" y="63"/>
                    <a:pt x="82" y="46978"/>
                    <a:pt x="82" y="103915"/>
                  </a:cubicBezTo>
                  <a:cubicBezTo>
                    <a:pt x="82" y="164951"/>
                    <a:pt x="53018" y="209134"/>
                    <a:pt x="110995" y="209134"/>
                  </a:cubicBezTo>
                  <a:cubicBezTo>
                    <a:pt x="172501" y="209134"/>
                    <a:pt x="195188" y="158574"/>
                    <a:pt x="195188" y="149920"/>
                  </a:cubicBezTo>
                  <a:cubicBezTo>
                    <a:pt x="195188" y="145365"/>
                    <a:pt x="191154" y="144454"/>
                    <a:pt x="188634" y="144454"/>
                  </a:cubicBezTo>
                  <a:cubicBezTo>
                    <a:pt x="184096" y="144454"/>
                    <a:pt x="183088" y="147187"/>
                    <a:pt x="182080" y="150831"/>
                  </a:cubicBezTo>
                  <a:cubicBezTo>
                    <a:pt x="164435" y="197746"/>
                    <a:pt x="119061" y="197746"/>
                    <a:pt x="114020" y="197746"/>
                  </a:cubicBezTo>
                  <a:cubicBezTo>
                    <a:pt x="88812" y="197746"/>
                    <a:pt x="68646" y="184082"/>
                    <a:pt x="57051" y="167228"/>
                  </a:cubicBezTo>
                  <a:cubicBezTo>
                    <a:pt x="41927" y="145365"/>
                    <a:pt x="41927" y="115302"/>
                    <a:pt x="41927" y="98905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28" name="Figura a mano libera 927">
              <a:extLst>
                <a:ext uri="{FF2B5EF4-FFF2-40B4-BE49-F238E27FC236}">
                  <a16:creationId xmlns:a16="http://schemas.microsoft.com/office/drawing/2014/main" id="{B7D4BD46-D375-F04E-A24E-BD4158D97F1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114304" y="5093487"/>
              <a:ext cx="239974" cy="321121"/>
            </a:xfrm>
            <a:custGeom>
              <a:avLst/>
              <a:gdLst>
                <a:gd name="csX0" fmla="*/ 240064 w 239974"/>
                <a:gd name="csY0" fmla="*/ 5073 h 321121"/>
                <a:gd name="csX1" fmla="*/ 233511 w 239974"/>
                <a:gd name="csY1" fmla="*/ 63 h 321121"/>
                <a:gd name="csX2" fmla="*/ 169484 w 239974"/>
                <a:gd name="csY2" fmla="*/ 5073 h 321121"/>
                <a:gd name="csX3" fmla="*/ 162426 w 239974"/>
                <a:gd name="csY3" fmla="*/ 13728 h 321121"/>
                <a:gd name="csX4" fmla="*/ 174525 w 239974"/>
                <a:gd name="csY4" fmla="*/ 19193 h 321121"/>
                <a:gd name="csX5" fmla="*/ 199733 w 239974"/>
                <a:gd name="csY5" fmla="*/ 26937 h 321121"/>
                <a:gd name="csX6" fmla="*/ 198220 w 239974"/>
                <a:gd name="csY6" fmla="*/ 36047 h 321121"/>
                <a:gd name="csX7" fmla="*/ 167971 w 239974"/>
                <a:gd name="csY7" fmla="*/ 143998 h 321121"/>
                <a:gd name="csX8" fmla="*/ 121590 w 239974"/>
                <a:gd name="csY8" fmla="*/ 114847 h 321121"/>
                <a:gd name="csX9" fmla="*/ 90 w 239974"/>
                <a:gd name="csY9" fmla="*/ 248306 h 321121"/>
                <a:gd name="csX10" fmla="*/ 67142 w 239974"/>
                <a:gd name="csY10" fmla="*/ 321185 h 321121"/>
                <a:gd name="csX11" fmla="*/ 132681 w 239974"/>
                <a:gd name="csY11" fmla="*/ 287023 h 321121"/>
                <a:gd name="csX12" fmla="*/ 178558 w 239974"/>
                <a:gd name="csY12" fmla="*/ 321185 h 321121"/>
                <a:gd name="csX13" fmla="*/ 215865 w 239974"/>
                <a:gd name="csY13" fmla="*/ 296133 h 321121"/>
                <a:gd name="csX14" fmla="*/ 230990 w 239974"/>
                <a:gd name="csY14" fmla="*/ 251039 h 321121"/>
                <a:gd name="csX15" fmla="*/ 224940 w 239974"/>
                <a:gd name="csY15" fmla="*/ 246484 h 321121"/>
                <a:gd name="csX16" fmla="*/ 217882 w 239974"/>
                <a:gd name="csY16" fmla="*/ 254683 h 321121"/>
                <a:gd name="csX17" fmla="*/ 179567 w 239974"/>
                <a:gd name="csY17" fmla="*/ 311164 h 321121"/>
                <a:gd name="csX18" fmla="*/ 164442 w 239974"/>
                <a:gd name="csY18" fmla="*/ 290211 h 321121"/>
                <a:gd name="csX19" fmla="*/ 167467 w 239974"/>
                <a:gd name="csY19" fmla="*/ 268348 h 321121"/>
                <a:gd name="csX20" fmla="*/ 240064 w 239974"/>
                <a:gd name="csY20" fmla="*/ 5073 h 321121"/>
                <a:gd name="csX21" fmla="*/ 135202 w 239974"/>
                <a:gd name="csY21" fmla="*/ 261971 h 321121"/>
                <a:gd name="csX22" fmla="*/ 125119 w 239974"/>
                <a:gd name="csY22" fmla="*/ 278824 h 321121"/>
                <a:gd name="csX23" fmla="*/ 68150 w 239974"/>
                <a:gd name="csY23" fmla="*/ 311164 h 321121"/>
                <a:gd name="csX24" fmla="*/ 35884 w 239974"/>
                <a:gd name="csY24" fmla="*/ 268348 h 321121"/>
                <a:gd name="csX25" fmla="*/ 63613 w 239974"/>
                <a:gd name="csY25" fmla="*/ 168595 h 321121"/>
                <a:gd name="csX26" fmla="*/ 122094 w 239974"/>
                <a:gd name="csY26" fmla="*/ 124868 h 321121"/>
                <a:gd name="csX27" fmla="*/ 161922 w 239974"/>
                <a:gd name="csY27" fmla="*/ 164951 h 321121"/>
                <a:gd name="csX28" fmla="*/ 160409 w 239974"/>
                <a:gd name="csY28" fmla="*/ 172694 h 321121"/>
                <a:gd name="csX29" fmla="*/ 135202 w 239974"/>
                <a:gd name="csY29" fmla="*/ 261971 h 3211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39974" h="321121">
                  <a:moveTo>
                    <a:pt x="240064" y="5073"/>
                  </a:moveTo>
                  <a:cubicBezTo>
                    <a:pt x="240064" y="4618"/>
                    <a:pt x="240064" y="63"/>
                    <a:pt x="233511" y="63"/>
                  </a:cubicBezTo>
                  <a:cubicBezTo>
                    <a:pt x="225948" y="63"/>
                    <a:pt x="178054" y="4162"/>
                    <a:pt x="169484" y="5073"/>
                  </a:cubicBezTo>
                  <a:cubicBezTo>
                    <a:pt x="165451" y="5529"/>
                    <a:pt x="162426" y="7806"/>
                    <a:pt x="162426" y="13728"/>
                  </a:cubicBezTo>
                  <a:cubicBezTo>
                    <a:pt x="162426" y="19193"/>
                    <a:pt x="166963" y="19193"/>
                    <a:pt x="174525" y="19193"/>
                  </a:cubicBezTo>
                  <a:cubicBezTo>
                    <a:pt x="198724" y="19193"/>
                    <a:pt x="199733" y="22382"/>
                    <a:pt x="199733" y="26937"/>
                  </a:cubicBezTo>
                  <a:lnTo>
                    <a:pt x="198220" y="36047"/>
                  </a:lnTo>
                  <a:lnTo>
                    <a:pt x="167971" y="143998"/>
                  </a:lnTo>
                  <a:cubicBezTo>
                    <a:pt x="158897" y="127145"/>
                    <a:pt x="144276" y="114847"/>
                    <a:pt x="121590" y="114847"/>
                  </a:cubicBezTo>
                  <a:cubicBezTo>
                    <a:pt x="62604" y="114847"/>
                    <a:pt x="90" y="181804"/>
                    <a:pt x="90" y="248306"/>
                  </a:cubicBezTo>
                  <a:cubicBezTo>
                    <a:pt x="90" y="291122"/>
                    <a:pt x="27818" y="321185"/>
                    <a:pt x="67142" y="321185"/>
                  </a:cubicBezTo>
                  <a:cubicBezTo>
                    <a:pt x="77225" y="321185"/>
                    <a:pt x="102432" y="319363"/>
                    <a:pt x="132681" y="287023"/>
                  </a:cubicBezTo>
                  <a:cubicBezTo>
                    <a:pt x="136714" y="306153"/>
                    <a:pt x="154359" y="321185"/>
                    <a:pt x="178558" y="321185"/>
                  </a:cubicBezTo>
                  <a:cubicBezTo>
                    <a:pt x="196204" y="321185"/>
                    <a:pt x="207799" y="310708"/>
                    <a:pt x="215865" y="296133"/>
                  </a:cubicBezTo>
                  <a:cubicBezTo>
                    <a:pt x="224436" y="279735"/>
                    <a:pt x="230990" y="251950"/>
                    <a:pt x="230990" y="251039"/>
                  </a:cubicBezTo>
                  <a:cubicBezTo>
                    <a:pt x="230990" y="246484"/>
                    <a:pt x="226452" y="246484"/>
                    <a:pt x="224940" y="246484"/>
                  </a:cubicBezTo>
                  <a:cubicBezTo>
                    <a:pt x="219899" y="246484"/>
                    <a:pt x="219394" y="248306"/>
                    <a:pt x="217882" y="254683"/>
                  </a:cubicBezTo>
                  <a:cubicBezTo>
                    <a:pt x="209311" y="284290"/>
                    <a:pt x="200237" y="311164"/>
                    <a:pt x="179567" y="311164"/>
                  </a:cubicBezTo>
                  <a:cubicBezTo>
                    <a:pt x="165955" y="311164"/>
                    <a:pt x="164442" y="299321"/>
                    <a:pt x="164442" y="290211"/>
                  </a:cubicBezTo>
                  <a:cubicBezTo>
                    <a:pt x="164442" y="279279"/>
                    <a:pt x="165451" y="276091"/>
                    <a:pt x="167467" y="268348"/>
                  </a:cubicBezTo>
                  <a:lnTo>
                    <a:pt x="240064" y="5073"/>
                  </a:lnTo>
                  <a:close/>
                  <a:moveTo>
                    <a:pt x="135202" y="261971"/>
                  </a:moveTo>
                  <a:cubicBezTo>
                    <a:pt x="132681" y="270169"/>
                    <a:pt x="132681" y="271080"/>
                    <a:pt x="125119" y="278824"/>
                  </a:cubicBezTo>
                  <a:cubicBezTo>
                    <a:pt x="102936" y="303876"/>
                    <a:pt x="82266" y="311164"/>
                    <a:pt x="68150" y="311164"/>
                  </a:cubicBezTo>
                  <a:cubicBezTo>
                    <a:pt x="42943" y="311164"/>
                    <a:pt x="35884" y="286112"/>
                    <a:pt x="35884" y="268348"/>
                  </a:cubicBezTo>
                  <a:cubicBezTo>
                    <a:pt x="35884" y="245573"/>
                    <a:pt x="52017" y="189547"/>
                    <a:pt x="63613" y="168595"/>
                  </a:cubicBezTo>
                  <a:cubicBezTo>
                    <a:pt x="79241" y="141721"/>
                    <a:pt x="101928" y="124868"/>
                    <a:pt x="122094" y="124868"/>
                  </a:cubicBezTo>
                  <a:cubicBezTo>
                    <a:pt x="154863" y="124868"/>
                    <a:pt x="161922" y="162218"/>
                    <a:pt x="161922" y="164951"/>
                  </a:cubicBezTo>
                  <a:cubicBezTo>
                    <a:pt x="161922" y="167684"/>
                    <a:pt x="160913" y="170417"/>
                    <a:pt x="160409" y="172694"/>
                  </a:cubicBezTo>
                  <a:lnTo>
                    <a:pt x="135202" y="261971"/>
                  </a:ln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29" name="Figura a mano libera 928">
              <a:extLst>
                <a:ext uri="{FF2B5EF4-FFF2-40B4-BE49-F238E27FC236}">
                  <a16:creationId xmlns:a16="http://schemas.microsoft.com/office/drawing/2014/main" id="{20C2EEF7-05D8-A369-BA21-96BC767CFD94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371161" y="5208271"/>
              <a:ext cx="251065" cy="206337"/>
            </a:xfrm>
            <a:custGeom>
              <a:avLst/>
              <a:gdLst>
                <a:gd name="csX0" fmla="*/ 153860 w 251065"/>
                <a:gd name="csY0" fmla="*/ 63832 h 206337"/>
                <a:gd name="csX1" fmla="*/ 203771 w 251065"/>
                <a:gd name="csY1" fmla="*/ 10084 h 206337"/>
                <a:gd name="csX2" fmla="*/ 228978 w 251065"/>
                <a:gd name="csY2" fmla="*/ 16005 h 206337"/>
                <a:gd name="csX3" fmla="*/ 204779 w 251065"/>
                <a:gd name="csY3" fmla="*/ 40602 h 206337"/>
                <a:gd name="csX4" fmla="*/ 223937 w 251065"/>
                <a:gd name="csY4" fmla="*/ 56544 h 206337"/>
                <a:gd name="csX5" fmla="*/ 251161 w 251065"/>
                <a:gd name="csY5" fmla="*/ 30125 h 206337"/>
                <a:gd name="csX6" fmla="*/ 204275 w 251065"/>
                <a:gd name="csY6" fmla="*/ 63 h 206337"/>
                <a:gd name="csX7" fmla="*/ 151340 w 251065"/>
                <a:gd name="csY7" fmla="*/ 34680 h 206337"/>
                <a:gd name="csX8" fmla="*/ 96892 w 251065"/>
                <a:gd name="csY8" fmla="*/ 63 h 206337"/>
                <a:gd name="csX9" fmla="*/ 15724 w 251065"/>
                <a:gd name="csY9" fmla="*/ 70209 h 206337"/>
                <a:gd name="csX10" fmla="*/ 21774 w 251065"/>
                <a:gd name="csY10" fmla="*/ 74763 h 206337"/>
                <a:gd name="csX11" fmla="*/ 28327 w 251065"/>
                <a:gd name="csY11" fmla="*/ 69753 h 206337"/>
                <a:gd name="csX12" fmla="*/ 95883 w 251065"/>
                <a:gd name="csY12" fmla="*/ 10084 h 206337"/>
                <a:gd name="csX13" fmla="*/ 123107 w 251065"/>
                <a:gd name="csY13" fmla="*/ 40602 h 206337"/>
                <a:gd name="csX14" fmla="*/ 95883 w 251065"/>
                <a:gd name="csY14" fmla="*/ 149009 h 206337"/>
                <a:gd name="csX15" fmla="*/ 47989 w 251065"/>
                <a:gd name="csY15" fmla="*/ 196380 h 206337"/>
                <a:gd name="csX16" fmla="*/ 22782 w 251065"/>
                <a:gd name="csY16" fmla="*/ 190458 h 206337"/>
                <a:gd name="csX17" fmla="*/ 46477 w 251065"/>
                <a:gd name="csY17" fmla="*/ 165862 h 206337"/>
                <a:gd name="csX18" fmla="*/ 27823 w 251065"/>
                <a:gd name="csY18" fmla="*/ 149920 h 206337"/>
                <a:gd name="csX19" fmla="*/ 95 w 251065"/>
                <a:gd name="csY19" fmla="*/ 176338 h 206337"/>
                <a:gd name="csX20" fmla="*/ 47485 w 251065"/>
                <a:gd name="csY20" fmla="*/ 206401 h 206337"/>
                <a:gd name="csX21" fmla="*/ 100421 w 251065"/>
                <a:gd name="csY21" fmla="*/ 171783 h 206337"/>
                <a:gd name="csX22" fmla="*/ 154869 w 251065"/>
                <a:gd name="csY22" fmla="*/ 206401 h 206337"/>
                <a:gd name="csX23" fmla="*/ 235532 w 251065"/>
                <a:gd name="csY23" fmla="*/ 136255 h 206337"/>
                <a:gd name="csX24" fmla="*/ 229483 w 251065"/>
                <a:gd name="csY24" fmla="*/ 131700 h 206337"/>
                <a:gd name="csX25" fmla="*/ 222929 w 251065"/>
                <a:gd name="csY25" fmla="*/ 136710 h 206337"/>
                <a:gd name="csX26" fmla="*/ 155877 w 251065"/>
                <a:gd name="csY26" fmla="*/ 196380 h 206337"/>
                <a:gd name="csX27" fmla="*/ 128149 w 251065"/>
                <a:gd name="csY27" fmla="*/ 166317 h 206337"/>
                <a:gd name="csX28" fmla="*/ 136719 w 251065"/>
                <a:gd name="csY28" fmla="*/ 126234 h 206337"/>
                <a:gd name="csX29" fmla="*/ 153860 w 251065"/>
                <a:gd name="csY29" fmla="*/ 63832 h 2063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251065" h="206337">
                  <a:moveTo>
                    <a:pt x="153860" y="63832"/>
                  </a:moveTo>
                  <a:cubicBezTo>
                    <a:pt x="156885" y="51989"/>
                    <a:pt x="168481" y="10084"/>
                    <a:pt x="203771" y="10084"/>
                  </a:cubicBezTo>
                  <a:cubicBezTo>
                    <a:pt x="206292" y="10084"/>
                    <a:pt x="218391" y="10084"/>
                    <a:pt x="228978" y="16005"/>
                  </a:cubicBezTo>
                  <a:cubicBezTo>
                    <a:pt x="214862" y="18282"/>
                    <a:pt x="204779" y="29670"/>
                    <a:pt x="204779" y="40602"/>
                  </a:cubicBezTo>
                  <a:cubicBezTo>
                    <a:pt x="204779" y="47889"/>
                    <a:pt x="210325" y="56544"/>
                    <a:pt x="223937" y="56544"/>
                  </a:cubicBezTo>
                  <a:cubicBezTo>
                    <a:pt x="235028" y="56544"/>
                    <a:pt x="251161" y="48345"/>
                    <a:pt x="251161" y="30125"/>
                  </a:cubicBezTo>
                  <a:cubicBezTo>
                    <a:pt x="251161" y="6440"/>
                    <a:pt x="221416" y="63"/>
                    <a:pt x="204275" y="63"/>
                  </a:cubicBezTo>
                  <a:cubicBezTo>
                    <a:pt x="175035" y="63"/>
                    <a:pt x="157389" y="24204"/>
                    <a:pt x="151340" y="34680"/>
                  </a:cubicBezTo>
                  <a:cubicBezTo>
                    <a:pt x="138736" y="4618"/>
                    <a:pt x="111512" y="63"/>
                    <a:pt x="96892" y="63"/>
                  </a:cubicBezTo>
                  <a:cubicBezTo>
                    <a:pt x="44460" y="63"/>
                    <a:pt x="15724" y="58821"/>
                    <a:pt x="15724" y="70209"/>
                  </a:cubicBezTo>
                  <a:cubicBezTo>
                    <a:pt x="15724" y="74763"/>
                    <a:pt x="20765" y="74763"/>
                    <a:pt x="21774" y="74763"/>
                  </a:cubicBezTo>
                  <a:cubicBezTo>
                    <a:pt x="25807" y="74763"/>
                    <a:pt x="27319" y="73852"/>
                    <a:pt x="28327" y="69753"/>
                  </a:cubicBezTo>
                  <a:cubicBezTo>
                    <a:pt x="45468" y="21471"/>
                    <a:pt x="78742" y="10084"/>
                    <a:pt x="95883" y="10084"/>
                  </a:cubicBezTo>
                  <a:cubicBezTo>
                    <a:pt x="105462" y="10084"/>
                    <a:pt x="123107" y="14183"/>
                    <a:pt x="123107" y="40602"/>
                  </a:cubicBezTo>
                  <a:cubicBezTo>
                    <a:pt x="123107" y="54722"/>
                    <a:pt x="114537" y="85240"/>
                    <a:pt x="95883" y="149009"/>
                  </a:cubicBezTo>
                  <a:cubicBezTo>
                    <a:pt x="87817" y="177249"/>
                    <a:pt x="70172" y="196380"/>
                    <a:pt x="47989" y="196380"/>
                  </a:cubicBezTo>
                  <a:cubicBezTo>
                    <a:pt x="44964" y="196380"/>
                    <a:pt x="33369" y="196380"/>
                    <a:pt x="22782" y="190458"/>
                  </a:cubicBezTo>
                  <a:cubicBezTo>
                    <a:pt x="35386" y="188181"/>
                    <a:pt x="46477" y="178616"/>
                    <a:pt x="46477" y="165862"/>
                  </a:cubicBezTo>
                  <a:cubicBezTo>
                    <a:pt x="46477" y="153564"/>
                    <a:pt x="35386" y="149920"/>
                    <a:pt x="27823" y="149920"/>
                  </a:cubicBezTo>
                  <a:cubicBezTo>
                    <a:pt x="12699" y="149920"/>
                    <a:pt x="95" y="161762"/>
                    <a:pt x="95" y="176338"/>
                  </a:cubicBezTo>
                  <a:cubicBezTo>
                    <a:pt x="95" y="197291"/>
                    <a:pt x="25303" y="206401"/>
                    <a:pt x="47485" y="206401"/>
                  </a:cubicBezTo>
                  <a:cubicBezTo>
                    <a:pt x="80759" y="206401"/>
                    <a:pt x="98908" y="174516"/>
                    <a:pt x="100421" y="171783"/>
                  </a:cubicBezTo>
                  <a:cubicBezTo>
                    <a:pt x="106470" y="188636"/>
                    <a:pt x="124620" y="206401"/>
                    <a:pt x="154869" y="206401"/>
                  </a:cubicBezTo>
                  <a:cubicBezTo>
                    <a:pt x="206796" y="206401"/>
                    <a:pt x="235532" y="147642"/>
                    <a:pt x="235532" y="136255"/>
                  </a:cubicBezTo>
                  <a:cubicBezTo>
                    <a:pt x="235532" y="131700"/>
                    <a:pt x="230995" y="131700"/>
                    <a:pt x="229483" y="131700"/>
                  </a:cubicBezTo>
                  <a:cubicBezTo>
                    <a:pt x="224945" y="131700"/>
                    <a:pt x="223937" y="133522"/>
                    <a:pt x="222929" y="136710"/>
                  </a:cubicBezTo>
                  <a:cubicBezTo>
                    <a:pt x="206292" y="185448"/>
                    <a:pt x="172010" y="196380"/>
                    <a:pt x="155877" y="196380"/>
                  </a:cubicBezTo>
                  <a:cubicBezTo>
                    <a:pt x="136215" y="196380"/>
                    <a:pt x="128149" y="181804"/>
                    <a:pt x="128149" y="166317"/>
                  </a:cubicBezTo>
                  <a:cubicBezTo>
                    <a:pt x="128149" y="156297"/>
                    <a:pt x="131174" y="146276"/>
                    <a:pt x="136719" y="126234"/>
                  </a:cubicBezTo>
                  <a:lnTo>
                    <a:pt x="153860" y="63832"/>
                  </a:ln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30" name="Figura a mano libera 929">
              <a:extLst>
                <a:ext uri="{FF2B5EF4-FFF2-40B4-BE49-F238E27FC236}">
                  <a16:creationId xmlns:a16="http://schemas.microsoft.com/office/drawing/2014/main" id="{2E20EB0E-8BCA-8EC9-BA00-5D5A3BFB1D8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812946" y="5242433"/>
              <a:ext cx="335258" cy="106585"/>
            </a:xfrm>
            <a:custGeom>
              <a:avLst/>
              <a:gdLst>
                <a:gd name="csX0" fmla="*/ 318221 w 335258"/>
                <a:gd name="csY0" fmla="*/ 18282 h 106585"/>
                <a:gd name="csX1" fmla="*/ 335362 w 335258"/>
                <a:gd name="csY1" fmla="*/ 9173 h 106585"/>
                <a:gd name="csX2" fmla="*/ 318725 w 335258"/>
                <a:gd name="csY2" fmla="*/ 63 h 106585"/>
                <a:gd name="csX3" fmla="*/ 16741 w 335258"/>
                <a:gd name="csY3" fmla="*/ 63 h 106585"/>
                <a:gd name="csX4" fmla="*/ 104 w 335258"/>
                <a:gd name="csY4" fmla="*/ 9173 h 106585"/>
                <a:gd name="csX5" fmla="*/ 17245 w 335258"/>
                <a:gd name="csY5" fmla="*/ 18282 h 106585"/>
                <a:gd name="csX6" fmla="*/ 318221 w 335258"/>
                <a:gd name="csY6" fmla="*/ 18282 h 106585"/>
                <a:gd name="csX7" fmla="*/ 318725 w 335258"/>
                <a:gd name="csY7" fmla="*/ 106648 h 106585"/>
                <a:gd name="csX8" fmla="*/ 335362 w 335258"/>
                <a:gd name="csY8" fmla="*/ 97538 h 106585"/>
                <a:gd name="csX9" fmla="*/ 318221 w 335258"/>
                <a:gd name="csY9" fmla="*/ 88428 h 106585"/>
                <a:gd name="csX10" fmla="*/ 17245 w 335258"/>
                <a:gd name="csY10" fmla="*/ 88428 h 106585"/>
                <a:gd name="csX11" fmla="*/ 104 w 335258"/>
                <a:gd name="csY11" fmla="*/ 97538 h 106585"/>
                <a:gd name="csX12" fmla="*/ 16741 w 335258"/>
                <a:gd name="csY12" fmla="*/ 106648 h 106585"/>
                <a:gd name="csX13" fmla="*/ 318725 w 335258"/>
                <a:gd name="csY13" fmla="*/ 106648 h 1065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35258" h="106585">
                  <a:moveTo>
                    <a:pt x="318221" y="18282"/>
                  </a:moveTo>
                  <a:cubicBezTo>
                    <a:pt x="325783" y="18282"/>
                    <a:pt x="335362" y="18282"/>
                    <a:pt x="335362" y="9173"/>
                  </a:cubicBezTo>
                  <a:cubicBezTo>
                    <a:pt x="335362" y="63"/>
                    <a:pt x="325783" y="63"/>
                    <a:pt x="318725" y="63"/>
                  </a:cubicBezTo>
                  <a:lnTo>
                    <a:pt x="16741" y="63"/>
                  </a:lnTo>
                  <a:cubicBezTo>
                    <a:pt x="9682" y="63"/>
                    <a:pt x="104" y="63"/>
                    <a:pt x="104" y="9173"/>
                  </a:cubicBezTo>
                  <a:cubicBezTo>
                    <a:pt x="104" y="18282"/>
                    <a:pt x="9682" y="18282"/>
                    <a:pt x="17245" y="18282"/>
                  </a:cubicBezTo>
                  <a:lnTo>
                    <a:pt x="318221" y="18282"/>
                  </a:lnTo>
                  <a:close/>
                  <a:moveTo>
                    <a:pt x="318725" y="106648"/>
                  </a:moveTo>
                  <a:cubicBezTo>
                    <a:pt x="325783" y="106648"/>
                    <a:pt x="335362" y="106648"/>
                    <a:pt x="335362" y="97538"/>
                  </a:cubicBezTo>
                  <a:cubicBezTo>
                    <a:pt x="335362" y="88428"/>
                    <a:pt x="325783" y="88428"/>
                    <a:pt x="318221" y="88428"/>
                  </a:cubicBezTo>
                  <a:lnTo>
                    <a:pt x="17245" y="88428"/>
                  </a:lnTo>
                  <a:cubicBezTo>
                    <a:pt x="9682" y="88428"/>
                    <a:pt x="104" y="88428"/>
                    <a:pt x="104" y="97538"/>
                  </a:cubicBezTo>
                  <a:cubicBezTo>
                    <a:pt x="104" y="106648"/>
                    <a:pt x="9682" y="106648"/>
                    <a:pt x="16741" y="106648"/>
                  </a:cubicBezTo>
                  <a:lnTo>
                    <a:pt x="318725" y="106648"/>
                  </a:ln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31" name="Figura a mano libera 930">
              <a:extLst>
                <a:ext uri="{FF2B5EF4-FFF2-40B4-BE49-F238E27FC236}">
                  <a16:creationId xmlns:a16="http://schemas.microsoft.com/office/drawing/2014/main" id="{B6DD3C91-1874-320F-51BF-89DF4C046029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342075" y="5106241"/>
              <a:ext cx="201155" cy="303357"/>
            </a:xfrm>
            <a:custGeom>
              <a:avLst/>
              <a:gdLst>
                <a:gd name="csX0" fmla="*/ 38934 w 201155"/>
                <a:gd name="csY0" fmla="*/ 268348 h 303357"/>
                <a:gd name="csX1" fmla="*/ 92373 w 201155"/>
                <a:gd name="csY1" fmla="*/ 221432 h 303357"/>
                <a:gd name="csX2" fmla="*/ 201269 w 201155"/>
                <a:gd name="csY2" fmla="*/ 88428 h 303357"/>
                <a:gd name="csX3" fmla="*/ 94390 w 201155"/>
                <a:gd name="csY3" fmla="*/ 63 h 303357"/>
                <a:gd name="csX4" fmla="*/ 114 w 201155"/>
                <a:gd name="csY4" fmla="*/ 82507 h 303357"/>
                <a:gd name="csX5" fmla="*/ 26834 w 201155"/>
                <a:gd name="csY5" fmla="*/ 108014 h 303357"/>
                <a:gd name="csX6" fmla="*/ 53050 w 201155"/>
                <a:gd name="csY6" fmla="*/ 83873 h 303357"/>
                <a:gd name="csX7" fmla="*/ 26330 w 201155"/>
                <a:gd name="csY7" fmla="*/ 60188 h 303357"/>
                <a:gd name="csX8" fmla="*/ 19776 w 201155"/>
                <a:gd name="csY8" fmla="*/ 60643 h 303357"/>
                <a:gd name="csX9" fmla="*/ 87836 w 201155"/>
                <a:gd name="csY9" fmla="*/ 14183 h 303357"/>
                <a:gd name="csX10" fmla="*/ 155392 w 201155"/>
                <a:gd name="csY10" fmla="*/ 88428 h 303357"/>
                <a:gd name="csX11" fmla="*/ 102456 w 201155"/>
                <a:gd name="csY11" fmla="*/ 189092 h 303357"/>
                <a:gd name="csX12" fmla="*/ 5660 w 201155"/>
                <a:gd name="csY12" fmla="*/ 286567 h 303357"/>
                <a:gd name="csX13" fmla="*/ 114 w 201155"/>
                <a:gd name="csY13" fmla="*/ 303420 h 303357"/>
                <a:gd name="csX14" fmla="*/ 187153 w 201155"/>
                <a:gd name="csY14" fmla="*/ 303420 h 303357"/>
                <a:gd name="csX15" fmla="*/ 201269 w 201155"/>
                <a:gd name="csY15" fmla="*/ 224165 h 303357"/>
                <a:gd name="csX16" fmla="*/ 188666 w 201155"/>
                <a:gd name="csY16" fmla="*/ 224165 h 303357"/>
                <a:gd name="csX17" fmla="*/ 177574 w 201155"/>
                <a:gd name="csY17" fmla="*/ 264704 h 303357"/>
                <a:gd name="csX18" fmla="*/ 129680 w 201155"/>
                <a:gd name="csY18" fmla="*/ 268348 h 303357"/>
                <a:gd name="csX19" fmla="*/ 38934 w 201155"/>
                <a:gd name="csY19" fmla="*/ 268348 h 303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01155" h="303357">
                  <a:moveTo>
                    <a:pt x="38934" y="268348"/>
                  </a:moveTo>
                  <a:lnTo>
                    <a:pt x="92373" y="221432"/>
                  </a:lnTo>
                  <a:cubicBezTo>
                    <a:pt x="171020" y="158574"/>
                    <a:pt x="201269" y="133977"/>
                    <a:pt x="201269" y="88428"/>
                  </a:cubicBezTo>
                  <a:cubicBezTo>
                    <a:pt x="201269" y="36502"/>
                    <a:pt x="155896" y="63"/>
                    <a:pt x="94390" y="63"/>
                  </a:cubicBezTo>
                  <a:cubicBezTo>
                    <a:pt x="37421" y="63"/>
                    <a:pt x="114" y="41968"/>
                    <a:pt x="114" y="82507"/>
                  </a:cubicBezTo>
                  <a:cubicBezTo>
                    <a:pt x="114" y="108014"/>
                    <a:pt x="25322" y="108014"/>
                    <a:pt x="26834" y="108014"/>
                  </a:cubicBezTo>
                  <a:cubicBezTo>
                    <a:pt x="35405" y="108014"/>
                    <a:pt x="53050" y="102548"/>
                    <a:pt x="53050" y="83873"/>
                  </a:cubicBezTo>
                  <a:cubicBezTo>
                    <a:pt x="53050" y="72030"/>
                    <a:pt x="43975" y="60188"/>
                    <a:pt x="26330" y="60188"/>
                  </a:cubicBezTo>
                  <a:cubicBezTo>
                    <a:pt x="22297" y="60188"/>
                    <a:pt x="21288" y="60188"/>
                    <a:pt x="19776" y="60643"/>
                  </a:cubicBezTo>
                  <a:cubicBezTo>
                    <a:pt x="31371" y="31036"/>
                    <a:pt x="58595" y="14183"/>
                    <a:pt x="87836" y="14183"/>
                  </a:cubicBezTo>
                  <a:cubicBezTo>
                    <a:pt x="133713" y="14183"/>
                    <a:pt x="155392" y="51078"/>
                    <a:pt x="155392" y="88428"/>
                  </a:cubicBezTo>
                  <a:cubicBezTo>
                    <a:pt x="155392" y="124868"/>
                    <a:pt x="130184" y="160851"/>
                    <a:pt x="102456" y="189092"/>
                  </a:cubicBezTo>
                  <a:lnTo>
                    <a:pt x="5660" y="286567"/>
                  </a:lnTo>
                  <a:cubicBezTo>
                    <a:pt x="114" y="291578"/>
                    <a:pt x="114" y="292489"/>
                    <a:pt x="114" y="303420"/>
                  </a:cubicBezTo>
                  <a:lnTo>
                    <a:pt x="187153" y="303420"/>
                  </a:lnTo>
                  <a:lnTo>
                    <a:pt x="201269" y="224165"/>
                  </a:lnTo>
                  <a:lnTo>
                    <a:pt x="188666" y="224165"/>
                  </a:lnTo>
                  <a:cubicBezTo>
                    <a:pt x="186145" y="237830"/>
                    <a:pt x="182616" y="257871"/>
                    <a:pt x="177574" y="264704"/>
                  </a:cubicBezTo>
                  <a:cubicBezTo>
                    <a:pt x="174045" y="268348"/>
                    <a:pt x="140771" y="268348"/>
                    <a:pt x="129680" y="268348"/>
                  </a:cubicBezTo>
                  <a:lnTo>
                    <a:pt x="38934" y="268348"/>
                  </a:ln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32" name="Figura a mano libera 931">
              <a:extLst>
                <a:ext uri="{FF2B5EF4-FFF2-40B4-BE49-F238E27FC236}">
                  <a16:creationId xmlns:a16="http://schemas.microsoft.com/office/drawing/2014/main" id="{6535D2FC-0388-6955-CD6A-F664F68285B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612300" y="5361316"/>
              <a:ext cx="58985" cy="136192"/>
            </a:xfrm>
            <a:custGeom>
              <a:avLst/>
              <a:gdLst>
                <a:gd name="csX0" fmla="*/ 59104 w 58985"/>
                <a:gd name="csY0" fmla="*/ 47889 h 136192"/>
                <a:gd name="csX1" fmla="*/ 26839 w 58985"/>
                <a:gd name="csY1" fmla="*/ 63 h 136192"/>
                <a:gd name="csX2" fmla="*/ 119 w 58985"/>
                <a:gd name="csY2" fmla="*/ 24204 h 136192"/>
                <a:gd name="csX3" fmla="*/ 26839 w 58985"/>
                <a:gd name="csY3" fmla="*/ 48345 h 136192"/>
                <a:gd name="csX4" fmla="*/ 45997 w 58985"/>
                <a:gd name="csY4" fmla="*/ 41968 h 136192"/>
                <a:gd name="csX5" fmla="*/ 47005 w 58985"/>
                <a:gd name="csY5" fmla="*/ 41057 h 136192"/>
                <a:gd name="csX6" fmla="*/ 48013 w 58985"/>
                <a:gd name="csY6" fmla="*/ 47889 h 136192"/>
                <a:gd name="csX7" fmla="*/ 11715 w 58985"/>
                <a:gd name="csY7" fmla="*/ 126234 h 136192"/>
                <a:gd name="csX8" fmla="*/ 8185 w 58985"/>
                <a:gd name="csY8" fmla="*/ 131244 h 136192"/>
                <a:gd name="csX9" fmla="*/ 13227 w 58985"/>
                <a:gd name="csY9" fmla="*/ 136255 h 136192"/>
                <a:gd name="csX10" fmla="*/ 59104 w 58985"/>
                <a:gd name="csY10" fmla="*/ 47889 h 1361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985" h="136192">
                  <a:moveTo>
                    <a:pt x="59104" y="47889"/>
                  </a:moveTo>
                  <a:cubicBezTo>
                    <a:pt x="59104" y="18738"/>
                    <a:pt x="47005" y="63"/>
                    <a:pt x="26839" y="63"/>
                  </a:cubicBezTo>
                  <a:cubicBezTo>
                    <a:pt x="9194" y="63"/>
                    <a:pt x="119" y="12361"/>
                    <a:pt x="119" y="24204"/>
                  </a:cubicBezTo>
                  <a:cubicBezTo>
                    <a:pt x="119" y="36047"/>
                    <a:pt x="8690" y="48345"/>
                    <a:pt x="26839" y="48345"/>
                  </a:cubicBezTo>
                  <a:cubicBezTo>
                    <a:pt x="34905" y="48345"/>
                    <a:pt x="40955" y="45612"/>
                    <a:pt x="45997" y="41968"/>
                  </a:cubicBezTo>
                  <a:lnTo>
                    <a:pt x="47005" y="41057"/>
                  </a:lnTo>
                  <a:cubicBezTo>
                    <a:pt x="47509" y="41057"/>
                    <a:pt x="48013" y="41513"/>
                    <a:pt x="48013" y="47889"/>
                  </a:cubicBezTo>
                  <a:cubicBezTo>
                    <a:pt x="48013" y="77041"/>
                    <a:pt x="33897" y="104826"/>
                    <a:pt x="11715" y="126234"/>
                  </a:cubicBezTo>
                  <a:cubicBezTo>
                    <a:pt x="8690" y="128967"/>
                    <a:pt x="8185" y="129422"/>
                    <a:pt x="8185" y="131244"/>
                  </a:cubicBezTo>
                  <a:cubicBezTo>
                    <a:pt x="8185" y="134433"/>
                    <a:pt x="10706" y="136255"/>
                    <a:pt x="13227" y="136255"/>
                  </a:cubicBezTo>
                  <a:cubicBezTo>
                    <a:pt x="19277" y="136255"/>
                    <a:pt x="59104" y="100271"/>
                    <a:pt x="59104" y="47889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33" name="Figura a mano libera 932">
              <a:extLst>
                <a:ext uri="{FF2B5EF4-FFF2-40B4-BE49-F238E27FC236}">
                  <a16:creationId xmlns:a16="http://schemas.microsoft.com/office/drawing/2014/main" id="{71F8E84C-8EF0-6A4E-4927-F6CF11785A72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893166" y="5093487"/>
              <a:ext cx="253586" cy="316111"/>
            </a:xfrm>
            <a:custGeom>
              <a:avLst/>
              <a:gdLst>
                <a:gd name="csX0" fmla="*/ 39449 w 253586"/>
                <a:gd name="csY0" fmla="*/ 281557 h 316111"/>
                <a:gd name="csX1" fmla="*/ 125 w 253586"/>
                <a:gd name="csY1" fmla="*/ 302054 h 316111"/>
                <a:gd name="csX2" fmla="*/ 125 w 253586"/>
                <a:gd name="csY2" fmla="*/ 316174 h 316111"/>
                <a:gd name="csX3" fmla="*/ 57094 w 253586"/>
                <a:gd name="csY3" fmla="*/ 314808 h 316111"/>
                <a:gd name="csX4" fmla="*/ 113559 w 253586"/>
                <a:gd name="csY4" fmla="*/ 316174 h 316111"/>
                <a:gd name="csX5" fmla="*/ 113559 w 253586"/>
                <a:gd name="csY5" fmla="*/ 302054 h 316111"/>
                <a:gd name="csX6" fmla="*/ 74235 w 253586"/>
                <a:gd name="csY6" fmla="*/ 281557 h 316111"/>
                <a:gd name="csX7" fmla="*/ 74235 w 253586"/>
                <a:gd name="csY7" fmla="*/ 197746 h 316111"/>
                <a:gd name="csX8" fmla="*/ 142295 w 253586"/>
                <a:gd name="csY8" fmla="*/ 124868 h 316111"/>
                <a:gd name="csX9" fmla="*/ 179602 w 253586"/>
                <a:gd name="csY9" fmla="*/ 175427 h 316111"/>
                <a:gd name="csX10" fmla="*/ 179602 w 253586"/>
                <a:gd name="csY10" fmla="*/ 281557 h 316111"/>
                <a:gd name="csX11" fmla="*/ 140278 w 253586"/>
                <a:gd name="csY11" fmla="*/ 302054 h 316111"/>
                <a:gd name="csX12" fmla="*/ 140278 w 253586"/>
                <a:gd name="csY12" fmla="*/ 316174 h 316111"/>
                <a:gd name="csX13" fmla="*/ 197247 w 253586"/>
                <a:gd name="csY13" fmla="*/ 314808 h 316111"/>
                <a:gd name="csX14" fmla="*/ 253712 w 253586"/>
                <a:gd name="csY14" fmla="*/ 316174 h 316111"/>
                <a:gd name="csX15" fmla="*/ 253712 w 253586"/>
                <a:gd name="csY15" fmla="*/ 302054 h 316111"/>
                <a:gd name="csX16" fmla="*/ 214388 w 253586"/>
                <a:gd name="csY16" fmla="*/ 288389 h 316111"/>
                <a:gd name="csX17" fmla="*/ 214388 w 253586"/>
                <a:gd name="csY17" fmla="*/ 201390 h 316111"/>
                <a:gd name="csX18" fmla="*/ 198760 w 253586"/>
                <a:gd name="csY18" fmla="*/ 131700 h 316111"/>
                <a:gd name="csX19" fmla="*/ 145824 w 253586"/>
                <a:gd name="csY19" fmla="*/ 114847 h 316111"/>
                <a:gd name="csX20" fmla="*/ 72723 w 253586"/>
                <a:gd name="csY20" fmla="*/ 159485 h 316111"/>
                <a:gd name="csX21" fmla="*/ 72723 w 253586"/>
                <a:gd name="csY21" fmla="*/ 63 h 316111"/>
                <a:gd name="csX22" fmla="*/ 125 w 253586"/>
                <a:gd name="csY22" fmla="*/ 5073 h 316111"/>
                <a:gd name="csX23" fmla="*/ 125 w 253586"/>
                <a:gd name="csY23" fmla="*/ 19193 h 316111"/>
                <a:gd name="csX24" fmla="*/ 39449 w 253586"/>
                <a:gd name="csY24" fmla="*/ 44701 h 316111"/>
                <a:gd name="csX25" fmla="*/ 39449 w 253586"/>
                <a:gd name="csY25" fmla="*/ 281557 h 3161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53586" h="316111">
                  <a:moveTo>
                    <a:pt x="39449" y="281557"/>
                  </a:moveTo>
                  <a:cubicBezTo>
                    <a:pt x="39449" y="302054"/>
                    <a:pt x="33903" y="302054"/>
                    <a:pt x="125" y="302054"/>
                  </a:cubicBezTo>
                  <a:lnTo>
                    <a:pt x="125" y="316174"/>
                  </a:lnTo>
                  <a:cubicBezTo>
                    <a:pt x="17770" y="315719"/>
                    <a:pt x="43482" y="314808"/>
                    <a:pt x="57094" y="314808"/>
                  </a:cubicBezTo>
                  <a:cubicBezTo>
                    <a:pt x="70202" y="314808"/>
                    <a:pt x="96418" y="315719"/>
                    <a:pt x="113559" y="316174"/>
                  </a:cubicBezTo>
                  <a:lnTo>
                    <a:pt x="113559" y="302054"/>
                  </a:lnTo>
                  <a:cubicBezTo>
                    <a:pt x="79781" y="302054"/>
                    <a:pt x="74235" y="302054"/>
                    <a:pt x="74235" y="281557"/>
                  </a:cubicBezTo>
                  <a:lnTo>
                    <a:pt x="74235" y="197746"/>
                  </a:lnTo>
                  <a:cubicBezTo>
                    <a:pt x="74235" y="150375"/>
                    <a:pt x="110030" y="124868"/>
                    <a:pt x="142295" y="124868"/>
                  </a:cubicBezTo>
                  <a:cubicBezTo>
                    <a:pt x="174056" y="124868"/>
                    <a:pt x="179602" y="149464"/>
                    <a:pt x="179602" y="175427"/>
                  </a:cubicBezTo>
                  <a:lnTo>
                    <a:pt x="179602" y="281557"/>
                  </a:lnTo>
                  <a:cubicBezTo>
                    <a:pt x="179602" y="302054"/>
                    <a:pt x="174056" y="302054"/>
                    <a:pt x="140278" y="302054"/>
                  </a:cubicBezTo>
                  <a:lnTo>
                    <a:pt x="140278" y="316174"/>
                  </a:lnTo>
                  <a:cubicBezTo>
                    <a:pt x="157924" y="315719"/>
                    <a:pt x="183635" y="314808"/>
                    <a:pt x="197247" y="314808"/>
                  </a:cubicBezTo>
                  <a:cubicBezTo>
                    <a:pt x="210355" y="314808"/>
                    <a:pt x="236571" y="315719"/>
                    <a:pt x="253712" y="316174"/>
                  </a:cubicBezTo>
                  <a:lnTo>
                    <a:pt x="253712" y="302054"/>
                  </a:lnTo>
                  <a:cubicBezTo>
                    <a:pt x="227496" y="302054"/>
                    <a:pt x="214892" y="302054"/>
                    <a:pt x="214388" y="288389"/>
                  </a:cubicBezTo>
                  <a:lnTo>
                    <a:pt x="214388" y="201390"/>
                  </a:lnTo>
                  <a:cubicBezTo>
                    <a:pt x="214388" y="162218"/>
                    <a:pt x="214388" y="148098"/>
                    <a:pt x="198760" y="131700"/>
                  </a:cubicBezTo>
                  <a:cubicBezTo>
                    <a:pt x="191702" y="123957"/>
                    <a:pt x="175065" y="114847"/>
                    <a:pt x="145824" y="114847"/>
                  </a:cubicBezTo>
                  <a:cubicBezTo>
                    <a:pt x="103476" y="114847"/>
                    <a:pt x="81293" y="142176"/>
                    <a:pt x="72723" y="159485"/>
                  </a:cubicBezTo>
                  <a:lnTo>
                    <a:pt x="72723" y="63"/>
                  </a:lnTo>
                  <a:lnTo>
                    <a:pt x="125" y="5073"/>
                  </a:lnTo>
                  <a:lnTo>
                    <a:pt x="125" y="19193"/>
                  </a:lnTo>
                  <a:cubicBezTo>
                    <a:pt x="35416" y="19193"/>
                    <a:pt x="39449" y="22382"/>
                    <a:pt x="39449" y="44701"/>
                  </a:cubicBezTo>
                  <a:lnTo>
                    <a:pt x="39449" y="281557"/>
                  </a:ln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34" name="Figura a mano libera 933">
              <a:extLst>
                <a:ext uri="{FF2B5EF4-FFF2-40B4-BE49-F238E27FC236}">
                  <a16:creationId xmlns:a16="http://schemas.microsoft.com/office/drawing/2014/main" id="{E0DDFC45-D154-90DA-336A-AC786E5A3A0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171233" y="5205538"/>
              <a:ext cx="223337" cy="209070"/>
            </a:xfrm>
            <a:custGeom>
              <a:avLst/>
              <a:gdLst>
                <a:gd name="csX0" fmla="*/ 223468 w 223337"/>
                <a:gd name="csY0" fmla="*/ 106648 h 209070"/>
                <a:gd name="csX1" fmla="*/ 112052 w 223337"/>
                <a:gd name="csY1" fmla="*/ 63 h 209070"/>
                <a:gd name="csX2" fmla="*/ 131 w 223337"/>
                <a:gd name="csY2" fmla="*/ 106648 h 209070"/>
                <a:gd name="csX3" fmla="*/ 111547 w 223337"/>
                <a:gd name="csY3" fmla="*/ 209134 h 209070"/>
                <a:gd name="csX4" fmla="*/ 223468 w 223337"/>
                <a:gd name="csY4" fmla="*/ 106648 h 209070"/>
                <a:gd name="csX5" fmla="*/ 112052 w 223337"/>
                <a:gd name="csY5" fmla="*/ 197746 h 209070"/>
                <a:gd name="csX6" fmla="*/ 54579 w 223337"/>
                <a:gd name="csY6" fmla="*/ 167228 h 209070"/>
                <a:gd name="csX7" fmla="*/ 41975 w 223337"/>
                <a:gd name="csY7" fmla="*/ 103004 h 209070"/>
                <a:gd name="csX8" fmla="*/ 54075 w 223337"/>
                <a:gd name="csY8" fmla="*/ 40602 h 209070"/>
                <a:gd name="csX9" fmla="*/ 111547 w 223337"/>
                <a:gd name="csY9" fmla="*/ 10084 h 209070"/>
                <a:gd name="csX10" fmla="*/ 168516 w 223337"/>
                <a:gd name="csY10" fmla="*/ 39691 h 209070"/>
                <a:gd name="csX11" fmla="*/ 181624 w 223337"/>
                <a:gd name="csY11" fmla="*/ 103004 h 209070"/>
                <a:gd name="csX12" fmla="*/ 170533 w 223337"/>
                <a:gd name="csY12" fmla="*/ 164040 h 209070"/>
                <a:gd name="csX13" fmla="*/ 112052 w 223337"/>
                <a:gd name="csY13" fmla="*/ 197746 h 209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23337" h="209070">
                  <a:moveTo>
                    <a:pt x="223468" y="106648"/>
                  </a:moveTo>
                  <a:cubicBezTo>
                    <a:pt x="223468" y="48345"/>
                    <a:pt x="173054" y="63"/>
                    <a:pt x="112052" y="63"/>
                  </a:cubicBezTo>
                  <a:cubicBezTo>
                    <a:pt x="49033" y="63"/>
                    <a:pt x="131" y="49711"/>
                    <a:pt x="131" y="106648"/>
                  </a:cubicBezTo>
                  <a:cubicBezTo>
                    <a:pt x="131" y="165406"/>
                    <a:pt x="52562" y="209134"/>
                    <a:pt x="111547" y="209134"/>
                  </a:cubicBezTo>
                  <a:cubicBezTo>
                    <a:pt x="172549" y="209134"/>
                    <a:pt x="223468" y="164495"/>
                    <a:pt x="223468" y="106648"/>
                  </a:cubicBezTo>
                  <a:close/>
                  <a:moveTo>
                    <a:pt x="112052" y="197746"/>
                  </a:moveTo>
                  <a:cubicBezTo>
                    <a:pt x="90373" y="197746"/>
                    <a:pt x="68191" y="188181"/>
                    <a:pt x="54579" y="167228"/>
                  </a:cubicBezTo>
                  <a:cubicBezTo>
                    <a:pt x="41975" y="147187"/>
                    <a:pt x="41975" y="119402"/>
                    <a:pt x="41975" y="103004"/>
                  </a:cubicBezTo>
                  <a:cubicBezTo>
                    <a:pt x="41975" y="85240"/>
                    <a:pt x="41975" y="60643"/>
                    <a:pt x="54075" y="40602"/>
                  </a:cubicBezTo>
                  <a:cubicBezTo>
                    <a:pt x="67687" y="19649"/>
                    <a:pt x="91382" y="10084"/>
                    <a:pt x="111547" y="10084"/>
                  </a:cubicBezTo>
                  <a:cubicBezTo>
                    <a:pt x="133730" y="10084"/>
                    <a:pt x="155408" y="20104"/>
                    <a:pt x="168516" y="39691"/>
                  </a:cubicBezTo>
                  <a:cubicBezTo>
                    <a:pt x="181624" y="59277"/>
                    <a:pt x="181624" y="85695"/>
                    <a:pt x="181624" y="103004"/>
                  </a:cubicBezTo>
                  <a:cubicBezTo>
                    <a:pt x="181624" y="119402"/>
                    <a:pt x="181624" y="143998"/>
                    <a:pt x="170533" y="164040"/>
                  </a:cubicBezTo>
                  <a:cubicBezTo>
                    <a:pt x="159442" y="184537"/>
                    <a:pt x="137259" y="197746"/>
                    <a:pt x="112052" y="197746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35" name="Figura a mano libera 934">
              <a:extLst>
                <a:ext uri="{FF2B5EF4-FFF2-40B4-BE49-F238E27FC236}">
                  <a16:creationId xmlns:a16="http://schemas.microsoft.com/office/drawing/2014/main" id="{65306D65-D782-3FE1-16D0-D32E16E343C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593373" y="5208271"/>
              <a:ext cx="253586" cy="206337"/>
            </a:xfrm>
            <a:custGeom>
              <a:avLst/>
              <a:gdLst>
                <a:gd name="csX0" fmla="*/ 181128 w 253586"/>
                <a:gd name="csY0" fmla="*/ 165406 h 206337"/>
                <a:gd name="csX1" fmla="*/ 181128 w 253586"/>
                <a:gd name="csY1" fmla="*/ 206401 h 206337"/>
                <a:gd name="csX2" fmla="*/ 253726 w 253586"/>
                <a:gd name="csY2" fmla="*/ 201390 h 206337"/>
                <a:gd name="csX3" fmla="*/ 253726 w 253586"/>
                <a:gd name="csY3" fmla="*/ 187270 h 206337"/>
                <a:gd name="csX4" fmla="*/ 214402 w 253586"/>
                <a:gd name="csY4" fmla="*/ 161762 h 206337"/>
                <a:gd name="csX5" fmla="*/ 214402 w 253586"/>
                <a:gd name="csY5" fmla="*/ 63 h 206337"/>
                <a:gd name="csX6" fmla="*/ 140292 w 253586"/>
                <a:gd name="csY6" fmla="*/ 5073 h 206337"/>
                <a:gd name="csX7" fmla="*/ 140292 w 253586"/>
                <a:gd name="csY7" fmla="*/ 19193 h 206337"/>
                <a:gd name="csX8" fmla="*/ 179616 w 253586"/>
                <a:gd name="csY8" fmla="*/ 44701 h 206337"/>
                <a:gd name="csX9" fmla="*/ 179616 w 253586"/>
                <a:gd name="csY9" fmla="*/ 125779 h 206337"/>
                <a:gd name="csX10" fmla="*/ 118614 w 253586"/>
                <a:gd name="csY10" fmla="*/ 196380 h 206337"/>
                <a:gd name="csX11" fmla="*/ 74249 w 253586"/>
                <a:gd name="csY11" fmla="*/ 151286 h 206337"/>
                <a:gd name="csX12" fmla="*/ 74249 w 253586"/>
                <a:gd name="csY12" fmla="*/ 63 h 206337"/>
                <a:gd name="csX13" fmla="*/ 139 w 253586"/>
                <a:gd name="csY13" fmla="*/ 5073 h 206337"/>
                <a:gd name="csX14" fmla="*/ 139 w 253586"/>
                <a:gd name="csY14" fmla="*/ 19193 h 206337"/>
                <a:gd name="csX15" fmla="*/ 39463 w 253586"/>
                <a:gd name="csY15" fmla="*/ 61099 h 206337"/>
                <a:gd name="csX16" fmla="*/ 39463 w 253586"/>
                <a:gd name="csY16" fmla="*/ 129422 h 206337"/>
                <a:gd name="csX17" fmla="*/ 116093 w 253586"/>
                <a:gd name="csY17" fmla="*/ 206401 h 206337"/>
                <a:gd name="csX18" fmla="*/ 181128 w 253586"/>
                <a:gd name="csY18" fmla="*/ 165406 h 2063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253586" h="206337">
                  <a:moveTo>
                    <a:pt x="181128" y="165406"/>
                  </a:moveTo>
                  <a:lnTo>
                    <a:pt x="181128" y="206401"/>
                  </a:lnTo>
                  <a:lnTo>
                    <a:pt x="253726" y="201390"/>
                  </a:lnTo>
                  <a:lnTo>
                    <a:pt x="253726" y="187270"/>
                  </a:lnTo>
                  <a:cubicBezTo>
                    <a:pt x="218435" y="187270"/>
                    <a:pt x="214402" y="184082"/>
                    <a:pt x="214402" y="161762"/>
                  </a:cubicBezTo>
                  <a:lnTo>
                    <a:pt x="214402" y="63"/>
                  </a:lnTo>
                  <a:lnTo>
                    <a:pt x="140292" y="5073"/>
                  </a:lnTo>
                  <a:lnTo>
                    <a:pt x="140292" y="19193"/>
                  </a:lnTo>
                  <a:cubicBezTo>
                    <a:pt x="175583" y="19193"/>
                    <a:pt x="179616" y="22382"/>
                    <a:pt x="179616" y="44701"/>
                  </a:cubicBezTo>
                  <a:lnTo>
                    <a:pt x="179616" y="125779"/>
                  </a:lnTo>
                  <a:cubicBezTo>
                    <a:pt x="179616" y="165406"/>
                    <a:pt x="155417" y="196380"/>
                    <a:pt x="118614" y="196380"/>
                  </a:cubicBezTo>
                  <a:cubicBezTo>
                    <a:pt x="76265" y="196380"/>
                    <a:pt x="74249" y="174972"/>
                    <a:pt x="74249" y="151286"/>
                  </a:cubicBezTo>
                  <a:lnTo>
                    <a:pt x="74249" y="63"/>
                  </a:lnTo>
                  <a:lnTo>
                    <a:pt x="139" y="5073"/>
                  </a:lnTo>
                  <a:lnTo>
                    <a:pt x="139" y="19193"/>
                  </a:lnTo>
                  <a:cubicBezTo>
                    <a:pt x="39463" y="19193"/>
                    <a:pt x="39463" y="20560"/>
                    <a:pt x="39463" y="61099"/>
                  </a:cubicBezTo>
                  <a:lnTo>
                    <a:pt x="39463" y="129422"/>
                  </a:lnTo>
                  <a:cubicBezTo>
                    <a:pt x="39463" y="164951"/>
                    <a:pt x="39463" y="206401"/>
                    <a:pt x="116093" y="206401"/>
                  </a:cubicBezTo>
                  <a:cubicBezTo>
                    <a:pt x="144325" y="206401"/>
                    <a:pt x="166508" y="193647"/>
                    <a:pt x="181128" y="165406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36" name="Figura a mano libera 935">
              <a:extLst>
                <a:ext uri="{FF2B5EF4-FFF2-40B4-BE49-F238E27FC236}">
                  <a16:creationId xmlns:a16="http://schemas.microsoft.com/office/drawing/2014/main" id="{48C124D9-54E8-DC40-FCF4-0EF60F5D0B0E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873457" y="5208271"/>
              <a:ext cx="253586" cy="201327"/>
            </a:xfrm>
            <a:custGeom>
              <a:avLst/>
              <a:gdLst>
                <a:gd name="csX0" fmla="*/ 39468 w 253586"/>
                <a:gd name="csY0" fmla="*/ 44701 h 201327"/>
                <a:gd name="csX1" fmla="*/ 39468 w 253586"/>
                <a:gd name="csY1" fmla="*/ 166773 h 201327"/>
                <a:gd name="csX2" fmla="*/ 145 w 253586"/>
                <a:gd name="csY2" fmla="*/ 187270 h 201327"/>
                <a:gd name="csX3" fmla="*/ 145 w 253586"/>
                <a:gd name="csY3" fmla="*/ 201390 h 201327"/>
                <a:gd name="csX4" fmla="*/ 57113 w 253586"/>
                <a:gd name="csY4" fmla="*/ 200024 h 201327"/>
                <a:gd name="csX5" fmla="*/ 113578 w 253586"/>
                <a:gd name="csY5" fmla="*/ 201390 h 201327"/>
                <a:gd name="csX6" fmla="*/ 113578 w 253586"/>
                <a:gd name="csY6" fmla="*/ 187270 h 201327"/>
                <a:gd name="csX7" fmla="*/ 74254 w 253586"/>
                <a:gd name="csY7" fmla="*/ 166773 h 201327"/>
                <a:gd name="csX8" fmla="*/ 74254 w 253586"/>
                <a:gd name="csY8" fmla="*/ 82962 h 201327"/>
                <a:gd name="csX9" fmla="*/ 142314 w 253586"/>
                <a:gd name="csY9" fmla="*/ 10084 h 201327"/>
                <a:gd name="csX10" fmla="*/ 179621 w 253586"/>
                <a:gd name="csY10" fmla="*/ 60643 h 201327"/>
                <a:gd name="csX11" fmla="*/ 179621 w 253586"/>
                <a:gd name="csY11" fmla="*/ 166773 h 201327"/>
                <a:gd name="csX12" fmla="*/ 140298 w 253586"/>
                <a:gd name="csY12" fmla="*/ 187270 h 201327"/>
                <a:gd name="csX13" fmla="*/ 140298 w 253586"/>
                <a:gd name="csY13" fmla="*/ 201390 h 201327"/>
                <a:gd name="csX14" fmla="*/ 197267 w 253586"/>
                <a:gd name="csY14" fmla="*/ 200024 h 201327"/>
                <a:gd name="csX15" fmla="*/ 253731 w 253586"/>
                <a:gd name="csY15" fmla="*/ 201390 h 201327"/>
                <a:gd name="csX16" fmla="*/ 253731 w 253586"/>
                <a:gd name="csY16" fmla="*/ 187270 h 201327"/>
                <a:gd name="csX17" fmla="*/ 214408 w 253586"/>
                <a:gd name="csY17" fmla="*/ 173605 h 201327"/>
                <a:gd name="csX18" fmla="*/ 214408 w 253586"/>
                <a:gd name="csY18" fmla="*/ 86606 h 201327"/>
                <a:gd name="csX19" fmla="*/ 198779 w 253586"/>
                <a:gd name="csY19" fmla="*/ 16916 h 201327"/>
                <a:gd name="csX20" fmla="*/ 145843 w 253586"/>
                <a:gd name="csY20" fmla="*/ 63 h 201327"/>
                <a:gd name="csX21" fmla="*/ 71230 w 253586"/>
                <a:gd name="csY21" fmla="*/ 47889 h 201327"/>
                <a:gd name="csX22" fmla="*/ 71230 w 253586"/>
                <a:gd name="csY22" fmla="*/ 63 h 201327"/>
                <a:gd name="csX23" fmla="*/ 145 w 253586"/>
                <a:gd name="csY23" fmla="*/ 5073 h 201327"/>
                <a:gd name="csX24" fmla="*/ 145 w 253586"/>
                <a:gd name="csY24" fmla="*/ 19193 h 201327"/>
                <a:gd name="csX25" fmla="*/ 39468 w 253586"/>
                <a:gd name="csY25" fmla="*/ 44701 h 2013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53586" h="201327">
                  <a:moveTo>
                    <a:pt x="39468" y="44701"/>
                  </a:moveTo>
                  <a:lnTo>
                    <a:pt x="39468" y="166773"/>
                  </a:lnTo>
                  <a:cubicBezTo>
                    <a:pt x="39468" y="187270"/>
                    <a:pt x="33923" y="187270"/>
                    <a:pt x="145" y="187270"/>
                  </a:cubicBezTo>
                  <a:lnTo>
                    <a:pt x="145" y="201390"/>
                  </a:lnTo>
                  <a:cubicBezTo>
                    <a:pt x="17790" y="200935"/>
                    <a:pt x="43501" y="200024"/>
                    <a:pt x="57113" y="200024"/>
                  </a:cubicBezTo>
                  <a:cubicBezTo>
                    <a:pt x="70221" y="200024"/>
                    <a:pt x="96437" y="200935"/>
                    <a:pt x="113578" y="201390"/>
                  </a:cubicBezTo>
                  <a:lnTo>
                    <a:pt x="113578" y="187270"/>
                  </a:lnTo>
                  <a:cubicBezTo>
                    <a:pt x="79800" y="187270"/>
                    <a:pt x="74254" y="187270"/>
                    <a:pt x="74254" y="166773"/>
                  </a:cubicBezTo>
                  <a:lnTo>
                    <a:pt x="74254" y="82962"/>
                  </a:lnTo>
                  <a:cubicBezTo>
                    <a:pt x="74254" y="35591"/>
                    <a:pt x="110049" y="10084"/>
                    <a:pt x="142314" y="10084"/>
                  </a:cubicBezTo>
                  <a:cubicBezTo>
                    <a:pt x="174076" y="10084"/>
                    <a:pt x="179621" y="34680"/>
                    <a:pt x="179621" y="60643"/>
                  </a:cubicBezTo>
                  <a:lnTo>
                    <a:pt x="179621" y="166773"/>
                  </a:lnTo>
                  <a:cubicBezTo>
                    <a:pt x="179621" y="187270"/>
                    <a:pt x="174076" y="187270"/>
                    <a:pt x="140298" y="187270"/>
                  </a:cubicBezTo>
                  <a:lnTo>
                    <a:pt x="140298" y="201390"/>
                  </a:lnTo>
                  <a:cubicBezTo>
                    <a:pt x="157943" y="200935"/>
                    <a:pt x="183654" y="200024"/>
                    <a:pt x="197267" y="200024"/>
                  </a:cubicBezTo>
                  <a:cubicBezTo>
                    <a:pt x="210374" y="200024"/>
                    <a:pt x="236590" y="200935"/>
                    <a:pt x="253731" y="201390"/>
                  </a:cubicBezTo>
                  <a:lnTo>
                    <a:pt x="253731" y="187270"/>
                  </a:lnTo>
                  <a:cubicBezTo>
                    <a:pt x="227515" y="187270"/>
                    <a:pt x="214912" y="187270"/>
                    <a:pt x="214408" y="173605"/>
                  </a:cubicBezTo>
                  <a:lnTo>
                    <a:pt x="214408" y="86606"/>
                  </a:lnTo>
                  <a:cubicBezTo>
                    <a:pt x="214408" y="47434"/>
                    <a:pt x="214408" y="33314"/>
                    <a:pt x="198779" y="16916"/>
                  </a:cubicBezTo>
                  <a:cubicBezTo>
                    <a:pt x="191721" y="9173"/>
                    <a:pt x="175084" y="63"/>
                    <a:pt x="145843" y="63"/>
                  </a:cubicBezTo>
                  <a:cubicBezTo>
                    <a:pt x="109041" y="63"/>
                    <a:pt x="85346" y="19649"/>
                    <a:pt x="71230" y="47889"/>
                  </a:cubicBezTo>
                  <a:lnTo>
                    <a:pt x="71230" y="63"/>
                  </a:lnTo>
                  <a:lnTo>
                    <a:pt x="145" y="5073"/>
                  </a:lnTo>
                  <a:lnTo>
                    <a:pt x="145" y="19193"/>
                  </a:lnTo>
                  <a:cubicBezTo>
                    <a:pt x="35435" y="19193"/>
                    <a:pt x="39468" y="22382"/>
                    <a:pt x="39468" y="44701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37" name="Figura a mano libera 936">
              <a:extLst>
                <a:ext uri="{FF2B5EF4-FFF2-40B4-BE49-F238E27FC236}">
                  <a16:creationId xmlns:a16="http://schemas.microsoft.com/office/drawing/2014/main" id="{2DF4995D-A347-7449-7B0C-7F4B90375AF7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0158581" y="5205538"/>
              <a:ext cx="227370" cy="209070"/>
            </a:xfrm>
            <a:custGeom>
              <a:avLst/>
              <a:gdLst>
                <a:gd name="csX0" fmla="*/ 146857 w 227370"/>
                <a:gd name="csY0" fmla="*/ 169506 h 209070"/>
                <a:gd name="csX1" fmla="*/ 186181 w 227370"/>
                <a:gd name="csY1" fmla="*/ 206856 h 209070"/>
                <a:gd name="csX2" fmla="*/ 227521 w 227370"/>
                <a:gd name="csY2" fmla="*/ 163584 h 209070"/>
                <a:gd name="csX3" fmla="*/ 227521 w 227370"/>
                <a:gd name="csY3" fmla="*/ 138077 h 209070"/>
                <a:gd name="csX4" fmla="*/ 214917 w 227370"/>
                <a:gd name="csY4" fmla="*/ 138077 h 209070"/>
                <a:gd name="csX5" fmla="*/ 214917 w 227370"/>
                <a:gd name="csY5" fmla="*/ 163584 h 209070"/>
                <a:gd name="csX6" fmla="*/ 196768 w 227370"/>
                <a:gd name="csY6" fmla="*/ 192736 h 209070"/>
                <a:gd name="csX7" fmla="*/ 178114 w 227370"/>
                <a:gd name="csY7" fmla="*/ 169961 h 209070"/>
                <a:gd name="csX8" fmla="*/ 178114 w 227370"/>
                <a:gd name="csY8" fmla="*/ 78863 h 209070"/>
                <a:gd name="csX9" fmla="*/ 159965 w 227370"/>
                <a:gd name="csY9" fmla="*/ 25115 h 209070"/>
                <a:gd name="csX10" fmla="*/ 90897 w 227370"/>
                <a:gd name="csY10" fmla="*/ 63 h 209070"/>
                <a:gd name="csX11" fmla="*/ 14770 w 227370"/>
                <a:gd name="csY11" fmla="*/ 51533 h 209070"/>
                <a:gd name="csX12" fmla="*/ 37961 w 227370"/>
                <a:gd name="csY12" fmla="*/ 72941 h 209070"/>
                <a:gd name="csX13" fmla="*/ 61152 w 227370"/>
                <a:gd name="csY13" fmla="*/ 51989 h 209070"/>
                <a:gd name="csX14" fmla="*/ 35441 w 227370"/>
                <a:gd name="csY14" fmla="*/ 31036 h 209070"/>
                <a:gd name="csX15" fmla="*/ 89888 w 227370"/>
                <a:gd name="csY15" fmla="*/ 10084 h 209070"/>
                <a:gd name="csX16" fmla="*/ 143328 w 227370"/>
                <a:gd name="csY16" fmla="*/ 68387 h 209070"/>
                <a:gd name="csX17" fmla="*/ 143328 w 227370"/>
                <a:gd name="csY17" fmla="*/ 85240 h 209070"/>
                <a:gd name="csX18" fmla="*/ 50565 w 227370"/>
                <a:gd name="csY18" fmla="*/ 101637 h 209070"/>
                <a:gd name="csX19" fmla="*/ 150 w 227370"/>
                <a:gd name="csY19" fmla="*/ 160851 h 209070"/>
                <a:gd name="csX20" fmla="*/ 80814 w 227370"/>
                <a:gd name="csY20" fmla="*/ 209134 h 209070"/>
                <a:gd name="csX21" fmla="*/ 146857 w 227370"/>
                <a:gd name="csY21" fmla="*/ 169506 h 209070"/>
                <a:gd name="csX22" fmla="*/ 143328 w 227370"/>
                <a:gd name="csY22" fmla="*/ 94805 h 209070"/>
                <a:gd name="csX23" fmla="*/ 143328 w 227370"/>
                <a:gd name="csY23" fmla="*/ 140354 h 209070"/>
                <a:gd name="csX24" fmla="*/ 84343 w 227370"/>
                <a:gd name="csY24" fmla="*/ 199113 h 209070"/>
                <a:gd name="csX25" fmla="*/ 38970 w 227370"/>
                <a:gd name="csY25" fmla="*/ 160396 h 209070"/>
                <a:gd name="csX26" fmla="*/ 143328 w 227370"/>
                <a:gd name="csY26" fmla="*/ 94805 h 209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227370" h="209070">
                  <a:moveTo>
                    <a:pt x="146857" y="169506"/>
                  </a:moveTo>
                  <a:cubicBezTo>
                    <a:pt x="148874" y="187725"/>
                    <a:pt x="162486" y="206856"/>
                    <a:pt x="186181" y="206856"/>
                  </a:cubicBezTo>
                  <a:cubicBezTo>
                    <a:pt x="196768" y="206856"/>
                    <a:pt x="227521" y="200479"/>
                    <a:pt x="227521" y="163584"/>
                  </a:cubicBezTo>
                  <a:lnTo>
                    <a:pt x="227521" y="138077"/>
                  </a:lnTo>
                  <a:lnTo>
                    <a:pt x="214917" y="138077"/>
                  </a:lnTo>
                  <a:lnTo>
                    <a:pt x="214917" y="163584"/>
                  </a:lnTo>
                  <a:cubicBezTo>
                    <a:pt x="214917" y="190003"/>
                    <a:pt x="202314" y="192736"/>
                    <a:pt x="196768" y="192736"/>
                  </a:cubicBezTo>
                  <a:cubicBezTo>
                    <a:pt x="180131" y="192736"/>
                    <a:pt x="178114" y="172239"/>
                    <a:pt x="178114" y="169961"/>
                  </a:cubicBezTo>
                  <a:lnTo>
                    <a:pt x="178114" y="78863"/>
                  </a:lnTo>
                  <a:cubicBezTo>
                    <a:pt x="178114" y="59732"/>
                    <a:pt x="178114" y="41968"/>
                    <a:pt x="159965" y="25115"/>
                  </a:cubicBezTo>
                  <a:cubicBezTo>
                    <a:pt x="140303" y="7351"/>
                    <a:pt x="115096" y="63"/>
                    <a:pt x="90897" y="63"/>
                  </a:cubicBezTo>
                  <a:cubicBezTo>
                    <a:pt x="49557" y="63"/>
                    <a:pt x="14770" y="21471"/>
                    <a:pt x="14770" y="51533"/>
                  </a:cubicBezTo>
                  <a:cubicBezTo>
                    <a:pt x="14770" y="65198"/>
                    <a:pt x="24853" y="72941"/>
                    <a:pt x="37961" y="72941"/>
                  </a:cubicBezTo>
                  <a:cubicBezTo>
                    <a:pt x="52077" y="72941"/>
                    <a:pt x="61152" y="63832"/>
                    <a:pt x="61152" y="51989"/>
                  </a:cubicBezTo>
                  <a:cubicBezTo>
                    <a:pt x="61152" y="46523"/>
                    <a:pt x="58631" y="31492"/>
                    <a:pt x="35441" y="31036"/>
                  </a:cubicBezTo>
                  <a:cubicBezTo>
                    <a:pt x="49052" y="15094"/>
                    <a:pt x="73756" y="10084"/>
                    <a:pt x="89888" y="10084"/>
                  </a:cubicBezTo>
                  <a:cubicBezTo>
                    <a:pt x="114592" y="10084"/>
                    <a:pt x="143328" y="27848"/>
                    <a:pt x="143328" y="68387"/>
                  </a:cubicBezTo>
                  <a:lnTo>
                    <a:pt x="143328" y="85240"/>
                  </a:lnTo>
                  <a:cubicBezTo>
                    <a:pt x="117617" y="86606"/>
                    <a:pt x="82326" y="87973"/>
                    <a:pt x="50565" y="101637"/>
                  </a:cubicBezTo>
                  <a:cubicBezTo>
                    <a:pt x="12754" y="117124"/>
                    <a:pt x="150" y="140810"/>
                    <a:pt x="150" y="160851"/>
                  </a:cubicBezTo>
                  <a:cubicBezTo>
                    <a:pt x="150" y="197746"/>
                    <a:pt x="49052" y="209134"/>
                    <a:pt x="80814" y="209134"/>
                  </a:cubicBezTo>
                  <a:cubicBezTo>
                    <a:pt x="114088" y="209134"/>
                    <a:pt x="137278" y="190914"/>
                    <a:pt x="146857" y="169506"/>
                  </a:cubicBezTo>
                  <a:close/>
                  <a:moveTo>
                    <a:pt x="143328" y="94805"/>
                  </a:moveTo>
                  <a:lnTo>
                    <a:pt x="143328" y="140354"/>
                  </a:lnTo>
                  <a:cubicBezTo>
                    <a:pt x="143328" y="183626"/>
                    <a:pt x="107030" y="199113"/>
                    <a:pt x="84343" y="199113"/>
                  </a:cubicBezTo>
                  <a:cubicBezTo>
                    <a:pt x="59640" y="199113"/>
                    <a:pt x="38970" y="183171"/>
                    <a:pt x="38970" y="160396"/>
                  </a:cubicBezTo>
                  <a:cubicBezTo>
                    <a:pt x="38970" y="135344"/>
                    <a:pt x="60144" y="97538"/>
                    <a:pt x="143328" y="94805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38" name="Figura a mano libera 937">
              <a:extLst>
                <a:ext uri="{FF2B5EF4-FFF2-40B4-BE49-F238E27FC236}">
                  <a16:creationId xmlns:a16="http://schemas.microsoft.com/office/drawing/2014/main" id="{483B63D3-F5F3-47D7-EC7D-81C73142FF3F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0571143" y="5088477"/>
              <a:ext cx="252074" cy="321121"/>
            </a:xfrm>
            <a:custGeom>
              <a:avLst/>
              <a:gdLst>
                <a:gd name="csX0" fmla="*/ 152915 w 252074"/>
                <a:gd name="csY0" fmla="*/ 138988 h 321121"/>
                <a:gd name="csX1" fmla="*/ 179635 w 252074"/>
                <a:gd name="csY1" fmla="*/ 163584 h 321121"/>
                <a:gd name="csX2" fmla="*/ 179635 w 252074"/>
                <a:gd name="csY2" fmla="*/ 286567 h 321121"/>
                <a:gd name="csX3" fmla="*/ 140312 w 252074"/>
                <a:gd name="csY3" fmla="*/ 307064 h 321121"/>
                <a:gd name="csX4" fmla="*/ 140312 w 252074"/>
                <a:gd name="csY4" fmla="*/ 321185 h 321121"/>
                <a:gd name="csX5" fmla="*/ 196272 w 252074"/>
                <a:gd name="csY5" fmla="*/ 319818 h 321121"/>
                <a:gd name="csX6" fmla="*/ 252232 w 252074"/>
                <a:gd name="csY6" fmla="*/ 321185 h 321121"/>
                <a:gd name="csX7" fmla="*/ 252232 w 252074"/>
                <a:gd name="csY7" fmla="*/ 307064 h 321121"/>
                <a:gd name="csX8" fmla="*/ 212909 w 252074"/>
                <a:gd name="csY8" fmla="*/ 286567 h 321121"/>
                <a:gd name="csX9" fmla="*/ 212909 w 252074"/>
                <a:gd name="csY9" fmla="*/ 119402 h 321121"/>
                <a:gd name="csX10" fmla="*/ 149386 w 252074"/>
                <a:gd name="csY10" fmla="*/ 123501 h 321121"/>
                <a:gd name="csX11" fmla="*/ 140312 w 252074"/>
                <a:gd name="csY11" fmla="*/ 124412 h 321121"/>
                <a:gd name="csX12" fmla="*/ 131237 w 252074"/>
                <a:gd name="csY12" fmla="*/ 124868 h 321121"/>
                <a:gd name="csX13" fmla="*/ 71747 w 252074"/>
                <a:gd name="csY13" fmla="*/ 124868 h 321121"/>
                <a:gd name="csX14" fmla="*/ 71747 w 252074"/>
                <a:gd name="csY14" fmla="*/ 73397 h 321121"/>
                <a:gd name="csX15" fmla="*/ 146361 w 252074"/>
                <a:gd name="csY15" fmla="*/ 10084 h 321121"/>
                <a:gd name="csX16" fmla="*/ 189718 w 252074"/>
                <a:gd name="csY16" fmla="*/ 25115 h 321121"/>
                <a:gd name="csX17" fmla="*/ 166023 w 252074"/>
                <a:gd name="csY17" fmla="*/ 46067 h 321121"/>
                <a:gd name="csX18" fmla="*/ 188710 w 252074"/>
                <a:gd name="csY18" fmla="*/ 67020 h 321121"/>
                <a:gd name="csX19" fmla="*/ 211901 w 252074"/>
                <a:gd name="csY19" fmla="*/ 46067 h 321121"/>
                <a:gd name="csX20" fmla="*/ 146866 w 252074"/>
                <a:gd name="csY20" fmla="*/ 63 h 321121"/>
                <a:gd name="csX21" fmla="*/ 39986 w 252074"/>
                <a:gd name="csY21" fmla="*/ 72941 h 321121"/>
                <a:gd name="csX22" fmla="*/ 39986 w 252074"/>
                <a:gd name="csY22" fmla="*/ 124868 h 321121"/>
                <a:gd name="csX23" fmla="*/ 158 w 252074"/>
                <a:gd name="csY23" fmla="*/ 124868 h 321121"/>
                <a:gd name="csX24" fmla="*/ 158 w 252074"/>
                <a:gd name="csY24" fmla="*/ 138988 h 321121"/>
                <a:gd name="csX25" fmla="*/ 39986 w 252074"/>
                <a:gd name="csY25" fmla="*/ 138988 h 321121"/>
                <a:gd name="csX26" fmla="*/ 39986 w 252074"/>
                <a:gd name="csY26" fmla="*/ 286567 h 321121"/>
                <a:gd name="csX27" fmla="*/ 663 w 252074"/>
                <a:gd name="csY27" fmla="*/ 307064 h 321121"/>
                <a:gd name="csX28" fmla="*/ 663 w 252074"/>
                <a:gd name="csY28" fmla="*/ 321185 h 321121"/>
                <a:gd name="csX29" fmla="*/ 56623 w 252074"/>
                <a:gd name="csY29" fmla="*/ 319818 h 321121"/>
                <a:gd name="csX30" fmla="*/ 112583 w 252074"/>
                <a:gd name="csY30" fmla="*/ 321185 h 321121"/>
                <a:gd name="csX31" fmla="*/ 112583 w 252074"/>
                <a:gd name="csY31" fmla="*/ 307064 h 321121"/>
                <a:gd name="csX32" fmla="*/ 73260 w 252074"/>
                <a:gd name="csY32" fmla="*/ 286567 h 321121"/>
                <a:gd name="csX33" fmla="*/ 73260 w 252074"/>
                <a:gd name="csY33" fmla="*/ 138988 h 321121"/>
                <a:gd name="csX34" fmla="*/ 152915 w 252074"/>
                <a:gd name="csY34" fmla="*/ 138988 h 3211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252074" h="321121">
                  <a:moveTo>
                    <a:pt x="152915" y="138988"/>
                  </a:moveTo>
                  <a:cubicBezTo>
                    <a:pt x="176106" y="138988"/>
                    <a:pt x="179635" y="144909"/>
                    <a:pt x="179635" y="163584"/>
                  </a:cubicBezTo>
                  <a:lnTo>
                    <a:pt x="179635" y="286567"/>
                  </a:lnTo>
                  <a:cubicBezTo>
                    <a:pt x="179635" y="307064"/>
                    <a:pt x="174090" y="307064"/>
                    <a:pt x="140312" y="307064"/>
                  </a:cubicBezTo>
                  <a:lnTo>
                    <a:pt x="140312" y="321185"/>
                  </a:lnTo>
                  <a:cubicBezTo>
                    <a:pt x="156948" y="320729"/>
                    <a:pt x="183668" y="319818"/>
                    <a:pt x="196272" y="319818"/>
                  </a:cubicBezTo>
                  <a:cubicBezTo>
                    <a:pt x="208876" y="319818"/>
                    <a:pt x="233579" y="320729"/>
                    <a:pt x="252232" y="321185"/>
                  </a:cubicBezTo>
                  <a:lnTo>
                    <a:pt x="252232" y="307064"/>
                  </a:lnTo>
                  <a:cubicBezTo>
                    <a:pt x="218455" y="307064"/>
                    <a:pt x="212909" y="307064"/>
                    <a:pt x="212909" y="286567"/>
                  </a:cubicBezTo>
                  <a:lnTo>
                    <a:pt x="212909" y="119402"/>
                  </a:lnTo>
                  <a:lnTo>
                    <a:pt x="149386" y="123501"/>
                  </a:lnTo>
                  <a:cubicBezTo>
                    <a:pt x="141320" y="123957"/>
                    <a:pt x="140816" y="124412"/>
                    <a:pt x="140312" y="124412"/>
                  </a:cubicBezTo>
                  <a:cubicBezTo>
                    <a:pt x="139303" y="124868"/>
                    <a:pt x="138295" y="124868"/>
                    <a:pt x="131237" y="124868"/>
                  </a:cubicBezTo>
                  <a:lnTo>
                    <a:pt x="71747" y="124868"/>
                  </a:lnTo>
                  <a:lnTo>
                    <a:pt x="71747" y="73397"/>
                  </a:lnTo>
                  <a:cubicBezTo>
                    <a:pt x="71747" y="28303"/>
                    <a:pt x="115104" y="10084"/>
                    <a:pt x="146361" y="10084"/>
                  </a:cubicBezTo>
                  <a:cubicBezTo>
                    <a:pt x="161486" y="10084"/>
                    <a:pt x="179635" y="14638"/>
                    <a:pt x="189718" y="25115"/>
                  </a:cubicBezTo>
                  <a:cubicBezTo>
                    <a:pt x="169048" y="26026"/>
                    <a:pt x="166023" y="38780"/>
                    <a:pt x="166023" y="46067"/>
                  </a:cubicBezTo>
                  <a:cubicBezTo>
                    <a:pt x="166023" y="61099"/>
                    <a:pt x="179131" y="67020"/>
                    <a:pt x="188710" y="67020"/>
                  </a:cubicBezTo>
                  <a:cubicBezTo>
                    <a:pt x="200305" y="67020"/>
                    <a:pt x="211901" y="59732"/>
                    <a:pt x="211901" y="46067"/>
                  </a:cubicBezTo>
                  <a:cubicBezTo>
                    <a:pt x="211901" y="19193"/>
                    <a:pt x="184173" y="63"/>
                    <a:pt x="146866" y="63"/>
                  </a:cubicBezTo>
                  <a:cubicBezTo>
                    <a:pt x="99980" y="63"/>
                    <a:pt x="39986" y="23293"/>
                    <a:pt x="39986" y="72941"/>
                  </a:cubicBezTo>
                  <a:lnTo>
                    <a:pt x="39986" y="124868"/>
                  </a:lnTo>
                  <a:lnTo>
                    <a:pt x="158" y="124868"/>
                  </a:lnTo>
                  <a:lnTo>
                    <a:pt x="158" y="138988"/>
                  </a:lnTo>
                  <a:lnTo>
                    <a:pt x="39986" y="138988"/>
                  </a:lnTo>
                  <a:lnTo>
                    <a:pt x="39986" y="286567"/>
                  </a:lnTo>
                  <a:cubicBezTo>
                    <a:pt x="39986" y="307064"/>
                    <a:pt x="34441" y="307064"/>
                    <a:pt x="663" y="307064"/>
                  </a:cubicBezTo>
                  <a:lnTo>
                    <a:pt x="663" y="321185"/>
                  </a:lnTo>
                  <a:cubicBezTo>
                    <a:pt x="17299" y="320729"/>
                    <a:pt x="44019" y="319818"/>
                    <a:pt x="56623" y="319818"/>
                  </a:cubicBezTo>
                  <a:cubicBezTo>
                    <a:pt x="69227" y="319818"/>
                    <a:pt x="93930" y="320729"/>
                    <a:pt x="112583" y="321185"/>
                  </a:cubicBezTo>
                  <a:lnTo>
                    <a:pt x="112583" y="307064"/>
                  </a:lnTo>
                  <a:cubicBezTo>
                    <a:pt x="78806" y="307064"/>
                    <a:pt x="73260" y="307064"/>
                    <a:pt x="73260" y="286567"/>
                  </a:cubicBezTo>
                  <a:lnTo>
                    <a:pt x="73260" y="138988"/>
                  </a:lnTo>
                  <a:lnTo>
                    <a:pt x="152915" y="138988"/>
                  </a:ln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39" name="Figura a mano libera 938">
              <a:extLst>
                <a:ext uri="{FF2B5EF4-FFF2-40B4-BE49-F238E27FC236}">
                  <a16:creationId xmlns:a16="http://schemas.microsoft.com/office/drawing/2014/main" id="{DA1FF41C-9EA2-27FA-750E-0E6C38B90D4C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0853747" y="5208271"/>
              <a:ext cx="253586" cy="201327"/>
            </a:xfrm>
            <a:custGeom>
              <a:avLst/>
              <a:gdLst>
                <a:gd name="csX0" fmla="*/ 39488 w 253586"/>
                <a:gd name="csY0" fmla="*/ 44701 h 201327"/>
                <a:gd name="csX1" fmla="*/ 39488 w 253586"/>
                <a:gd name="csY1" fmla="*/ 166773 h 201327"/>
                <a:gd name="csX2" fmla="*/ 164 w 253586"/>
                <a:gd name="csY2" fmla="*/ 187270 h 201327"/>
                <a:gd name="csX3" fmla="*/ 164 w 253586"/>
                <a:gd name="csY3" fmla="*/ 201390 h 201327"/>
                <a:gd name="csX4" fmla="*/ 57133 w 253586"/>
                <a:gd name="csY4" fmla="*/ 200024 h 201327"/>
                <a:gd name="csX5" fmla="*/ 113597 w 253586"/>
                <a:gd name="csY5" fmla="*/ 201390 h 201327"/>
                <a:gd name="csX6" fmla="*/ 113597 w 253586"/>
                <a:gd name="csY6" fmla="*/ 187270 h 201327"/>
                <a:gd name="csX7" fmla="*/ 74274 w 253586"/>
                <a:gd name="csY7" fmla="*/ 166773 h 201327"/>
                <a:gd name="csX8" fmla="*/ 74274 w 253586"/>
                <a:gd name="csY8" fmla="*/ 82962 h 201327"/>
                <a:gd name="csX9" fmla="*/ 142334 w 253586"/>
                <a:gd name="csY9" fmla="*/ 10084 h 201327"/>
                <a:gd name="csX10" fmla="*/ 179641 w 253586"/>
                <a:gd name="csY10" fmla="*/ 60643 h 201327"/>
                <a:gd name="csX11" fmla="*/ 179641 w 253586"/>
                <a:gd name="csY11" fmla="*/ 166773 h 201327"/>
                <a:gd name="csX12" fmla="*/ 140317 w 253586"/>
                <a:gd name="csY12" fmla="*/ 187270 h 201327"/>
                <a:gd name="csX13" fmla="*/ 140317 w 253586"/>
                <a:gd name="csY13" fmla="*/ 201390 h 201327"/>
                <a:gd name="csX14" fmla="*/ 197286 w 253586"/>
                <a:gd name="csY14" fmla="*/ 200024 h 201327"/>
                <a:gd name="csX15" fmla="*/ 253750 w 253586"/>
                <a:gd name="csY15" fmla="*/ 201390 h 201327"/>
                <a:gd name="csX16" fmla="*/ 253750 w 253586"/>
                <a:gd name="csY16" fmla="*/ 187270 h 201327"/>
                <a:gd name="csX17" fmla="*/ 214427 w 253586"/>
                <a:gd name="csY17" fmla="*/ 173605 h 201327"/>
                <a:gd name="csX18" fmla="*/ 214427 w 253586"/>
                <a:gd name="csY18" fmla="*/ 86606 h 201327"/>
                <a:gd name="csX19" fmla="*/ 198798 w 253586"/>
                <a:gd name="csY19" fmla="*/ 16916 h 201327"/>
                <a:gd name="csX20" fmla="*/ 145863 w 253586"/>
                <a:gd name="csY20" fmla="*/ 63 h 201327"/>
                <a:gd name="csX21" fmla="*/ 71249 w 253586"/>
                <a:gd name="csY21" fmla="*/ 47889 h 201327"/>
                <a:gd name="csX22" fmla="*/ 71249 w 253586"/>
                <a:gd name="csY22" fmla="*/ 63 h 201327"/>
                <a:gd name="csX23" fmla="*/ 164 w 253586"/>
                <a:gd name="csY23" fmla="*/ 5073 h 201327"/>
                <a:gd name="csX24" fmla="*/ 164 w 253586"/>
                <a:gd name="csY24" fmla="*/ 19193 h 201327"/>
                <a:gd name="csX25" fmla="*/ 39488 w 253586"/>
                <a:gd name="csY25" fmla="*/ 44701 h 2013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53586" h="201327">
                  <a:moveTo>
                    <a:pt x="39488" y="44701"/>
                  </a:moveTo>
                  <a:lnTo>
                    <a:pt x="39488" y="166773"/>
                  </a:lnTo>
                  <a:cubicBezTo>
                    <a:pt x="39488" y="187270"/>
                    <a:pt x="33942" y="187270"/>
                    <a:pt x="164" y="187270"/>
                  </a:cubicBezTo>
                  <a:lnTo>
                    <a:pt x="164" y="201390"/>
                  </a:lnTo>
                  <a:cubicBezTo>
                    <a:pt x="17809" y="200935"/>
                    <a:pt x="43521" y="200024"/>
                    <a:pt x="57133" y="200024"/>
                  </a:cubicBezTo>
                  <a:cubicBezTo>
                    <a:pt x="70241" y="200024"/>
                    <a:pt x="96456" y="200935"/>
                    <a:pt x="113597" y="201390"/>
                  </a:cubicBezTo>
                  <a:lnTo>
                    <a:pt x="113597" y="187270"/>
                  </a:lnTo>
                  <a:cubicBezTo>
                    <a:pt x="79819" y="187270"/>
                    <a:pt x="74274" y="187270"/>
                    <a:pt x="74274" y="166773"/>
                  </a:cubicBezTo>
                  <a:lnTo>
                    <a:pt x="74274" y="82962"/>
                  </a:lnTo>
                  <a:cubicBezTo>
                    <a:pt x="74274" y="35591"/>
                    <a:pt x="110068" y="10084"/>
                    <a:pt x="142334" y="10084"/>
                  </a:cubicBezTo>
                  <a:cubicBezTo>
                    <a:pt x="174095" y="10084"/>
                    <a:pt x="179641" y="34680"/>
                    <a:pt x="179641" y="60643"/>
                  </a:cubicBezTo>
                  <a:lnTo>
                    <a:pt x="179641" y="166773"/>
                  </a:lnTo>
                  <a:cubicBezTo>
                    <a:pt x="179641" y="187270"/>
                    <a:pt x="174095" y="187270"/>
                    <a:pt x="140317" y="187270"/>
                  </a:cubicBezTo>
                  <a:lnTo>
                    <a:pt x="140317" y="201390"/>
                  </a:lnTo>
                  <a:cubicBezTo>
                    <a:pt x="157962" y="200935"/>
                    <a:pt x="183674" y="200024"/>
                    <a:pt x="197286" y="200024"/>
                  </a:cubicBezTo>
                  <a:cubicBezTo>
                    <a:pt x="210394" y="200024"/>
                    <a:pt x="236609" y="200935"/>
                    <a:pt x="253750" y="201390"/>
                  </a:cubicBezTo>
                  <a:lnTo>
                    <a:pt x="253750" y="187270"/>
                  </a:lnTo>
                  <a:cubicBezTo>
                    <a:pt x="227535" y="187270"/>
                    <a:pt x="214931" y="187270"/>
                    <a:pt x="214427" y="173605"/>
                  </a:cubicBezTo>
                  <a:lnTo>
                    <a:pt x="214427" y="86606"/>
                  </a:lnTo>
                  <a:cubicBezTo>
                    <a:pt x="214427" y="47434"/>
                    <a:pt x="214427" y="33314"/>
                    <a:pt x="198798" y="16916"/>
                  </a:cubicBezTo>
                  <a:cubicBezTo>
                    <a:pt x="191740" y="9173"/>
                    <a:pt x="175103" y="63"/>
                    <a:pt x="145863" y="63"/>
                  </a:cubicBezTo>
                  <a:cubicBezTo>
                    <a:pt x="109060" y="63"/>
                    <a:pt x="85365" y="19649"/>
                    <a:pt x="71249" y="47889"/>
                  </a:cubicBezTo>
                  <a:lnTo>
                    <a:pt x="71249" y="63"/>
                  </a:lnTo>
                  <a:lnTo>
                    <a:pt x="164" y="5073"/>
                  </a:lnTo>
                  <a:lnTo>
                    <a:pt x="164" y="19193"/>
                  </a:lnTo>
                  <a:cubicBezTo>
                    <a:pt x="35454" y="19193"/>
                    <a:pt x="39488" y="22382"/>
                    <a:pt x="39488" y="44701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40" name="Figura a mano libera 939">
              <a:extLst>
                <a:ext uri="{FF2B5EF4-FFF2-40B4-BE49-F238E27FC236}">
                  <a16:creationId xmlns:a16="http://schemas.microsoft.com/office/drawing/2014/main" id="{4DD7537B-4B0A-D3F1-3EC6-99A01F47EC8E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1131813" y="5205538"/>
              <a:ext cx="195105" cy="209070"/>
            </a:xfrm>
            <a:custGeom>
              <a:avLst/>
              <a:gdLst>
                <a:gd name="csX0" fmla="*/ 42518 w 195105"/>
                <a:gd name="csY0" fmla="*/ 89339 h 209070"/>
                <a:gd name="csX1" fmla="*/ 105032 w 195105"/>
                <a:gd name="csY1" fmla="*/ 10084 h 209070"/>
                <a:gd name="csX2" fmla="*/ 162001 w 195105"/>
                <a:gd name="csY2" fmla="*/ 89339 h 209070"/>
                <a:gd name="csX3" fmla="*/ 42518 w 195105"/>
                <a:gd name="csY3" fmla="*/ 89339 h 209070"/>
                <a:gd name="csX4" fmla="*/ 42014 w 195105"/>
                <a:gd name="csY4" fmla="*/ 98905 h 209070"/>
                <a:gd name="csX5" fmla="*/ 182671 w 195105"/>
                <a:gd name="csY5" fmla="*/ 98905 h 209070"/>
                <a:gd name="csX6" fmla="*/ 195275 w 195105"/>
                <a:gd name="csY6" fmla="*/ 89339 h 209070"/>
                <a:gd name="csX7" fmla="*/ 105032 w 195105"/>
                <a:gd name="csY7" fmla="*/ 63 h 209070"/>
                <a:gd name="csX8" fmla="*/ 170 w 195105"/>
                <a:gd name="csY8" fmla="*/ 103915 h 209070"/>
                <a:gd name="csX9" fmla="*/ 111082 w 195105"/>
                <a:gd name="csY9" fmla="*/ 209134 h 209070"/>
                <a:gd name="csX10" fmla="*/ 195275 w 195105"/>
                <a:gd name="csY10" fmla="*/ 149920 h 209070"/>
                <a:gd name="csX11" fmla="*/ 188721 w 195105"/>
                <a:gd name="csY11" fmla="*/ 144454 h 209070"/>
                <a:gd name="csX12" fmla="*/ 182167 w 195105"/>
                <a:gd name="csY12" fmla="*/ 150831 h 209070"/>
                <a:gd name="csX13" fmla="*/ 114107 w 195105"/>
                <a:gd name="csY13" fmla="*/ 197746 h 209070"/>
                <a:gd name="csX14" fmla="*/ 57138 w 195105"/>
                <a:gd name="csY14" fmla="*/ 167228 h 209070"/>
                <a:gd name="csX15" fmla="*/ 42014 w 195105"/>
                <a:gd name="csY15" fmla="*/ 98905 h 209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95105" h="209070">
                  <a:moveTo>
                    <a:pt x="42518" y="89339"/>
                  </a:moveTo>
                  <a:cubicBezTo>
                    <a:pt x="45543" y="21471"/>
                    <a:pt x="87891" y="10084"/>
                    <a:pt x="105032" y="10084"/>
                  </a:cubicBezTo>
                  <a:cubicBezTo>
                    <a:pt x="156960" y="10084"/>
                    <a:pt x="162001" y="71575"/>
                    <a:pt x="162001" y="89339"/>
                  </a:cubicBezTo>
                  <a:lnTo>
                    <a:pt x="42518" y="89339"/>
                  </a:lnTo>
                  <a:close/>
                  <a:moveTo>
                    <a:pt x="42014" y="98905"/>
                  </a:moveTo>
                  <a:lnTo>
                    <a:pt x="182671" y="98905"/>
                  </a:lnTo>
                  <a:cubicBezTo>
                    <a:pt x="193762" y="98905"/>
                    <a:pt x="195275" y="98905"/>
                    <a:pt x="195275" y="89339"/>
                  </a:cubicBezTo>
                  <a:cubicBezTo>
                    <a:pt x="195275" y="44245"/>
                    <a:pt x="168051" y="63"/>
                    <a:pt x="105032" y="63"/>
                  </a:cubicBezTo>
                  <a:cubicBezTo>
                    <a:pt x="46551" y="63"/>
                    <a:pt x="170" y="46978"/>
                    <a:pt x="170" y="103915"/>
                  </a:cubicBezTo>
                  <a:cubicBezTo>
                    <a:pt x="170" y="164951"/>
                    <a:pt x="53105" y="209134"/>
                    <a:pt x="111082" y="209134"/>
                  </a:cubicBezTo>
                  <a:cubicBezTo>
                    <a:pt x="172588" y="209134"/>
                    <a:pt x="195275" y="158574"/>
                    <a:pt x="195275" y="149920"/>
                  </a:cubicBezTo>
                  <a:cubicBezTo>
                    <a:pt x="195275" y="145365"/>
                    <a:pt x="191242" y="144454"/>
                    <a:pt x="188721" y="144454"/>
                  </a:cubicBezTo>
                  <a:cubicBezTo>
                    <a:pt x="184184" y="144454"/>
                    <a:pt x="183175" y="147187"/>
                    <a:pt x="182167" y="150831"/>
                  </a:cubicBezTo>
                  <a:cubicBezTo>
                    <a:pt x="164522" y="197746"/>
                    <a:pt x="119148" y="197746"/>
                    <a:pt x="114107" y="197746"/>
                  </a:cubicBezTo>
                  <a:cubicBezTo>
                    <a:pt x="88900" y="197746"/>
                    <a:pt x="68734" y="184082"/>
                    <a:pt x="57138" y="167228"/>
                  </a:cubicBezTo>
                  <a:cubicBezTo>
                    <a:pt x="42014" y="145365"/>
                    <a:pt x="42014" y="115302"/>
                    <a:pt x="42014" y="98905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41" name="Figura a mano libera 940">
              <a:extLst>
                <a:ext uri="{FF2B5EF4-FFF2-40B4-BE49-F238E27FC236}">
                  <a16:creationId xmlns:a16="http://schemas.microsoft.com/office/drawing/2014/main" id="{4CD1B4A7-C2BB-5825-4325-4321FC393CE4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1358401" y="5205538"/>
              <a:ext cx="164856" cy="209070"/>
            </a:xfrm>
            <a:custGeom>
              <a:avLst/>
              <a:gdLst>
                <a:gd name="csX0" fmla="*/ 88400 w 164856"/>
                <a:gd name="csY0" fmla="*/ 115758 h 209070"/>
                <a:gd name="csX1" fmla="*/ 140831 w 164856"/>
                <a:gd name="csY1" fmla="*/ 157663 h 209070"/>
                <a:gd name="csX2" fmla="*/ 83863 w 164856"/>
                <a:gd name="csY2" fmla="*/ 199113 h 209070"/>
                <a:gd name="csX3" fmla="*/ 13786 w 164856"/>
                <a:gd name="csY3" fmla="*/ 134433 h 209070"/>
                <a:gd name="csX4" fmla="*/ 6728 w 164856"/>
                <a:gd name="csY4" fmla="*/ 126690 h 209070"/>
                <a:gd name="csX5" fmla="*/ 174 w 164856"/>
                <a:gd name="csY5" fmla="*/ 138077 h 209070"/>
                <a:gd name="csX6" fmla="*/ 174 w 164856"/>
                <a:gd name="csY6" fmla="*/ 198202 h 209070"/>
                <a:gd name="csX7" fmla="*/ 5720 w 164856"/>
                <a:gd name="csY7" fmla="*/ 209134 h 209070"/>
                <a:gd name="csX8" fmla="*/ 18323 w 164856"/>
                <a:gd name="csY8" fmla="*/ 200024 h 209070"/>
                <a:gd name="csX9" fmla="*/ 28406 w 164856"/>
                <a:gd name="csY9" fmla="*/ 189547 h 209070"/>
                <a:gd name="csX10" fmla="*/ 83863 w 164856"/>
                <a:gd name="csY10" fmla="*/ 209134 h 209070"/>
                <a:gd name="csX11" fmla="*/ 165030 w 164856"/>
                <a:gd name="csY11" fmla="*/ 145820 h 209070"/>
                <a:gd name="csX12" fmla="*/ 143856 w 164856"/>
                <a:gd name="csY12" fmla="*/ 102548 h 209070"/>
                <a:gd name="csX13" fmla="*/ 86383 w 164856"/>
                <a:gd name="csY13" fmla="*/ 80685 h 209070"/>
                <a:gd name="csX14" fmla="*/ 24373 w 164856"/>
                <a:gd name="csY14" fmla="*/ 43335 h 209070"/>
                <a:gd name="csX15" fmla="*/ 80838 w 164856"/>
                <a:gd name="csY15" fmla="*/ 8717 h 209070"/>
                <a:gd name="csX16" fmla="*/ 139823 w 164856"/>
                <a:gd name="csY16" fmla="*/ 63832 h 209070"/>
                <a:gd name="csX17" fmla="*/ 145873 w 164856"/>
                <a:gd name="csY17" fmla="*/ 67931 h 209070"/>
                <a:gd name="csX18" fmla="*/ 152427 w 164856"/>
                <a:gd name="csY18" fmla="*/ 56999 h 209070"/>
                <a:gd name="csX19" fmla="*/ 152427 w 164856"/>
                <a:gd name="csY19" fmla="*/ 10995 h 209070"/>
                <a:gd name="csX20" fmla="*/ 146881 w 164856"/>
                <a:gd name="csY20" fmla="*/ 63 h 209070"/>
                <a:gd name="csX21" fmla="*/ 136798 w 164856"/>
                <a:gd name="csY21" fmla="*/ 5529 h 209070"/>
                <a:gd name="csX22" fmla="*/ 128228 w 164856"/>
                <a:gd name="csY22" fmla="*/ 12817 h 209070"/>
                <a:gd name="csX23" fmla="*/ 80838 w 164856"/>
                <a:gd name="csY23" fmla="*/ 63 h 209070"/>
                <a:gd name="csX24" fmla="*/ 174 w 164856"/>
                <a:gd name="csY24" fmla="*/ 56088 h 209070"/>
                <a:gd name="csX25" fmla="*/ 21852 w 164856"/>
                <a:gd name="csY25" fmla="*/ 94805 h 209070"/>
                <a:gd name="csX26" fmla="*/ 88400 w 164856"/>
                <a:gd name="csY26" fmla="*/ 115758 h 209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64856" h="209070">
                  <a:moveTo>
                    <a:pt x="88400" y="115758"/>
                  </a:moveTo>
                  <a:cubicBezTo>
                    <a:pt x="99491" y="117580"/>
                    <a:pt x="140831" y="124868"/>
                    <a:pt x="140831" y="157663"/>
                  </a:cubicBezTo>
                  <a:cubicBezTo>
                    <a:pt x="140831" y="180893"/>
                    <a:pt x="123186" y="199113"/>
                    <a:pt x="83863" y="199113"/>
                  </a:cubicBezTo>
                  <a:cubicBezTo>
                    <a:pt x="41514" y="199113"/>
                    <a:pt x="23365" y="173150"/>
                    <a:pt x="13786" y="134433"/>
                  </a:cubicBezTo>
                  <a:cubicBezTo>
                    <a:pt x="12273" y="128512"/>
                    <a:pt x="11769" y="126690"/>
                    <a:pt x="6728" y="126690"/>
                  </a:cubicBezTo>
                  <a:cubicBezTo>
                    <a:pt x="174" y="126690"/>
                    <a:pt x="174" y="129878"/>
                    <a:pt x="174" y="138077"/>
                  </a:cubicBezTo>
                  <a:lnTo>
                    <a:pt x="174" y="198202"/>
                  </a:lnTo>
                  <a:cubicBezTo>
                    <a:pt x="174" y="205945"/>
                    <a:pt x="174" y="209134"/>
                    <a:pt x="5720" y="209134"/>
                  </a:cubicBezTo>
                  <a:cubicBezTo>
                    <a:pt x="8240" y="209134"/>
                    <a:pt x="8744" y="208678"/>
                    <a:pt x="18323" y="200024"/>
                  </a:cubicBezTo>
                  <a:cubicBezTo>
                    <a:pt x="19332" y="199113"/>
                    <a:pt x="19332" y="198202"/>
                    <a:pt x="28406" y="189547"/>
                  </a:cubicBezTo>
                  <a:cubicBezTo>
                    <a:pt x="50589" y="208678"/>
                    <a:pt x="73275" y="209134"/>
                    <a:pt x="83863" y="209134"/>
                  </a:cubicBezTo>
                  <a:cubicBezTo>
                    <a:pt x="141840" y="209134"/>
                    <a:pt x="165030" y="178616"/>
                    <a:pt x="165030" y="145820"/>
                  </a:cubicBezTo>
                  <a:cubicBezTo>
                    <a:pt x="165030" y="121679"/>
                    <a:pt x="149906" y="108014"/>
                    <a:pt x="143856" y="102548"/>
                  </a:cubicBezTo>
                  <a:cubicBezTo>
                    <a:pt x="127219" y="87973"/>
                    <a:pt x="107557" y="84329"/>
                    <a:pt x="86383" y="80685"/>
                  </a:cubicBezTo>
                  <a:cubicBezTo>
                    <a:pt x="58151" y="75674"/>
                    <a:pt x="24373" y="69753"/>
                    <a:pt x="24373" y="43335"/>
                  </a:cubicBezTo>
                  <a:cubicBezTo>
                    <a:pt x="24373" y="27392"/>
                    <a:pt x="37481" y="8717"/>
                    <a:pt x="80838" y="8717"/>
                  </a:cubicBezTo>
                  <a:cubicBezTo>
                    <a:pt x="136294" y="8717"/>
                    <a:pt x="138815" y="49711"/>
                    <a:pt x="139823" y="63832"/>
                  </a:cubicBezTo>
                  <a:cubicBezTo>
                    <a:pt x="140327" y="67931"/>
                    <a:pt x="144864" y="67931"/>
                    <a:pt x="145873" y="67931"/>
                  </a:cubicBezTo>
                  <a:cubicBezTo>
                    <a:pt x="152427" y="67931"/>
                    <a:pt x="152427" y="65654"/>
                    <a:pt x="152427" y="56999"/>
                  </a:cubicBezTo>
                  <a:lnTo>
                    <a:pt x="152427" y="10995"/>
                  </a:lnTo>
                  <a:cubicBezTo>
                    <a:pt x="152427" y="3251"/>
                    <a:pt x="152427" y="63"/>
                    <a:pt x="146881" y="63"/>
                  </a:cubicBezTo>
                  <a:cubicBezTo>
                    <a:pt x="144360" y="63"/>
                    <a:pt x="143352" y="63"/>
                    <a:pt x="136798" y="5529"/>
                  </a:cubicBezTo>
                  <a:cubicBezTo>
                    <a:pt x="135286" y="7351"/>
                    <a:pt x="130244" y="11450"/>
                    <a:pt x="128228" y="12817"/>
                  </a:cubicBezTo>
                  <a:cubicBezTo>
                    <a:pt x="109070" y="63"/>
                    <a:pt x="88400" y="63"/>
                    <a:pt x="80838" y="63"/>
                  </a:cubicBezTo>
                  <a:cubicBezTo>
                    <a:pt x="19332" y="63"/>
                    <a:pt x="174" y="30581"/>
                    <a:pt x="174" y="56088"/>
                  </a:cubicBezTo>
                  <a:cubicBezTo>
                    <a:pt x="174" y="72030"/>
                    <a:pt x="8240" y="84784"/>
                    <a:pt x="21852" y="94805"/>
                  </a:cubicBezTo>
                  <a:cubicBezTo>
                    <a:pt x="37985" y="106648"/>
                    <a:pt x="52101" y="109381"/>
                    <a:pt x="88400" y="115758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42" name="Figura a mano libera 941">
              <a:extLst>
                <a:ext uri="{FF2B5EF4-FFF2-40B4-BE49-F238E27FC236}">
                  <a16:creationId xmlns:a16="http://schemas.microsoft.com/office/drawing/2014/main" id="{068A7145-F1BA-B43C-E56F-140DB55950DA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1550201" y="5129471"/>
              <a:ext cx="157798" cy="285137"/>
            </a:xfrm>
            <a:custGeom>
              <a:avLst/>
              <a:gdLst>
                <a:gd name="csX0" fmla="*/ 77817 w 157798"/>
                <a:gd name="csY0" fmla="*/ 97994 h 285137"/>
                <a:gd name="csX1" fmla="*/ 149910 w 157798"/>
                <a:gd name="csY1" fmla="*/ 97994 h 285137"/>
                <a:gd name="csX2" fmla="*/ 149910 w 157798"/>
                <a:gd name="csY2" fmla="*/ 83873 h 285137"/>
                <a:gd name="csX3" fmla="*/ 77817 w 157798"/>
                <a:gd name="csY3" fmla="*/ 83873 h 285137"/>
                <a:gd name="csX4" fmla="*/ 77817 w 157798"/>
                <a:gd name="csY4" fmla="*/ 63 h 285137"/>
                <a:gd name="csX5" fmla="*/ 65213 w 157798"/>
                <a:gd name="csY5" fmla="*/ 63 h 285137"/>
                <a:gd name="csX6" fmla="*/ 178 w 157798"/>
                <a:gd name="csY6" fmla="*/ 87973 h 285137"/>
                <a:gd name="csX7" fmla="*/ 178 w 157798"/>
                <a:gd name="csY7" fmla="*/ 97994 h 285137"/>
                <a:gd name="csX8" fmla="*/ 43030 w 157798"/>
                <a:gd name="csY8" fmla="*/ 97994 h 285137"/>
                <a:gd name="csX9" fmla="*/ 43030 w 157798"/>
                <a:gd name="csY9" fmla="*/ 223709 h 285137"/>
                <a:gd name="csX10" fmla="*/ 108066 w 157798"/>
                <a:gd name="csY10" fmla="*/ 285201 h 285137"/>
                <a:gd name="csX11" fmla="*/ 157976 w 157798"/>
                <a:gd name="csY11" fmla="*/ 223709 h 285137"/>
                <a:gd name="csX12" fmla="*/ 157976 w 157798"/>
                <a:gd name="csY12" fmla="*/ 197746 h 285137"/>
                <a:gd name="csX13" fmla="*/ 145373 w 157798"/>
                <a:gd name="csY13" fmla="*/ 197746 h 285137"/>
                <a:gd name="csX14" fmla="*/ 145373 w 157798"/>
                <a:gd name="csY14" fmla="*/ 222798 h 285137"/>
                <a:gd name="csX15" fmla="*/ 111595 w 157798"/>
                <a:gd name="csY15" fmla="*/ 273813 h 285137"/>
                <a:gd name="csX16" fmla="*/ 77817 w 157798"/>
                <a:gd name="csY16" fmla="*/ 224620 h 285137"/>
                <a:gd name="csX17" fmla="*/ 77817 w 157798"/>
                <a:gd name="csY17" fmla="*/ 97994 h 285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7798" h="285137">
                  <a:moveTo>
                    <a:pt x="77817" y="97994"/>
                  </a:moveTo>
                  <a:lnTo>
                    <a:pt x="149910" y="97994"/>
                  </a:lnTo>
                  <a:lnTo>
                    <a:pt x="149910" y="83873"/>
                  </a:lnTo>
                  <a:lnTo>
                    <a:pt x="77817" y="83873"/>
                  </a:lnTo>
                  <a:lnTo>
                    <a:pt x="77817" y="63"/>
                  </a:lnTo>
                  <a:lnTo>
                    <a:pt x="65213" y="63"/>
                  </a:lnTo>
                  <a:cubicBezTo>
                    <a:pt x="64709" y="37413"/>
                    <a:pt x="49584" y="86151"/>
                    <a:pt x="178" y="87973"/>
                  </a:cubicBezTo>
                  <a:lnTo>
                    <a:pt x="178" y="97994"/>
                  </a:lnTo>
                  <a:lnTo>
                    <a:pt x="43030" y="97994"/>
                  </a:lnTo>
                  <a:lnTo>
                    <a:pt x="43030" y="223709"/>
                  </a:lnTo>
                  <a:cubicBezTo>
                    <a:pt x="43030" y="279735"/>
                    <a:pt x="89916" y="285201"/>
                    <a:pt x="108066" y="285201"/>
                  </a:cubicBezTo>
                  <a:cubicBezTo>
                    <a:pt x="143860" y="285201"/>
                    <a:pt x="157976" y="252861"/>
                    <a:pt x="157976" y="223709"/>
                  </a:cubicBezTo>
                  <a:lnTo>
                    <a:pt x="157976" y="197746"/>
                  </a:lnTo>
                  <a:lnTo>
                    <a:pt x="145373" y="197746"/>
                  </a:lnTo>
                  <a:lnTo>
                    <a:pt x="145373" y="222798"/>
                  </a:lnTo>
                  <a:cubicBezTo>
                    <a:pt x="145373" y="256505"/>
                    <a:pt x="130248" y="273813"/>
                    <a:pt x="111595" y="273813"/>
                  </a:cubicBezTo>
                  <a:cubicBezTo>
                    <a:pt x="77817" y="273813"/>
                    <a:pt x="77817" y="232364"/>
                    <a:pt x="77817" y="224620"/>
                  </a:cubicBezTo>
                  <a:lnTo>
                    <a:pt x="77817" y="97994"/>
                  </a:ln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43" name="Figura a mano libera 942">
              <a:extLst>
                <a:ext uri="{FF2B5EF4-FFF2-40B4-BE49-F238E27FC236}">
                  <a16:creationId xmlns:a16="http://schemas.microsoft.com/office/drawing/2014/main" id="{8ADD6150-FA10-4929-1EFF-4A75A6A6142D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1750797" y="5208271"/>
              <a:ext cx="169393" cy="201327"/>
            </a:xfrm>
            <a:custGeom>
              <a:avLst/>
              <a:gdLst>
                <a:gd name="csX0" fmla="*/ 70258 w 169393"/>
                <a:gd name="csY0" fmla="*/ 50167 h 201327"/>
                <a:gd name="csX1" fmla="*/ 70258 w 169393"/>
                <a:gd name="csY1" fmla="*/ 63 h 201327"/>
                <a:gd name="csX2" fmla="*/ 182 w 169393"/>
                <a:gd name="csY2" fmla="*/ 5073 h 201327"/>
                <a:gd name="csX3" fmla="*/ 182 w 169393"/>
                <a:gd name="csY3" fmla="*/ 19193 h 201327"/>
                <a:gd name="csX4" fmla="*/ 39505 w 169393"/>
                <a:gd name="csY4" fmla="*/ 44701 h 201327"/>
                <a:gd name="csX5" fmla="*/ 39505 w 169393"/>
                <a:gd name="csY5" fmla="*/ 166773 h 201327"/>
                <a:gd name="csX6" fmla="*/ 182 w 169393"/>
                <a:gd name="csY6" fmla="*/ 187270 h 201327"/>
                <a:gd name="csX7" fmla="*/ 182 w 169393"/>
                <a:gd name="csY7" fmla="*/ 201390 h 201327"/>
                <a:gd name="csX8" fmla="*/ 57655 w 169393"/>
                <a:gd name="csY8" fmla="*/ 200024 h 201327"/>
                <a:gd name="csX9" fmla="*/ 121681 w 169393"/>
                <a:gd name="csY9" fmla="*/ 201390 h 201327"/>
                <a:gd name="csX10" fmla="*/ 121681 w 169393"/>
                <a:gd name="csY10" fmla="*/ 187270 h 201327"/>
                <a:gd name="csX11" fmla="*/ 111094 w 169393"/>
                <a:gd name="csY11" fmla="*/ 187270 h 201327"/>
                <a:gd name="csX12" fmla="*/ 72779 w 169393"/>
                <a:gd name="csY12" fmla="*/ 165862 h 201327"/>
                <a:gd name="csX13" fmla="*/ 72779 w 169393"/>
                <a:gd name="csY13" fmla="*/ 95716 h 201327"/>
                <a:gd name="csX14" fmla="*/ 132269 w 169393"/>
                <a:gd name="csY14" fmla="*/ 10084 h 201327"/>
                <a:gd name="csX15" fmla="*/ 137814 w 169393"/>
                <a:gd name="csY15" fmla="*/ 10539 h 201327"/>
                <a:gd name="csX16" fmla="*/ 126219 w 169393"/>
                <a:gd name="csY16" fmla="*/ 28303 h 201327"/>
                <a:gd name="csX17" fmla="*/ 147897 w 169393"/>
                <a:gd name="csY17" fmla="*/ 47889 h 201327"/>
                <a:gd name="csX18" fmla="*/ 169575 w 169393"/>
                <a:gd name="csY18" fmla="*/ 27848 h 201327"/>
                <a:gd name="csX19" fmla="*/ 132269 w 169393"/>
                <a:gd name="csY19" fmla="*/ 63 h 201327"/>
                <a:gd name="csX20" fmla="*/ 70258 w 169393"/>
                <a:gd name="csY20" fmla="*/ 50167 h 2013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69393" h="201327">
                  <a:moveTo>
                    <a:pt x="70258" y="50167"/>
                  </a:moveTo>
                  <a:lnTo>
                    <a:pt x="70258" y="63"/>
                  </a:lnTo>
                  <a:lnTo>
                    <a:pt x="182" y="5073"/>
                  </a:lnTo>
                  <a:lnTo>
                    <a:pt x="182" y="19193"/>
                  </a:lnTo>
                  <a:cubicBezTo>
                    <a:pt x="35472" y="19193"/>
                    <a:pt x="39505" y="22382"/>
                    <a:pt x="39505" y="44701"/>
                  </a:cubicBezTo>
                  <a:lnTo>
                    <a:pt x="39505" y="166773"/>
                  </a:lnTo>
                  <a:cubicBezTo>
                    <a:pt x="39505" y="187270"/>
                    <a:pt x="33960" y="187270"/>
                    <a:pt x="182" y="187270"/>
                  </a:cubicBezTo>
                  <a:lnTo>
                    <a:pt x="182" y="201390"/>
                  </a:lnTo>
                  <a:cubicBezTo>
                    <a:pt x="19844" y="200935"/>
                    <a:pt x="43538" y="200024"/>
                    <a:pt x="57655" y="200024"/>
                  </a:cubicBezTo>
                  <a:cubicBezTo>
                    <a:pt x="77821" y="200024"/>
                    <a:pt x="101516" y="200024"/>
                    <a:pt x="121681" y="201390"/>
                  </a:cubicBezTo>
                  <a:lnTo>
                    <a:pt x="121681" y="187270"/>
                  </a:lnTo>
                  <a:lnTo>
                    <a:pt x="111094" y="187270"/>
                  </a:lnTo>
                  <a:cubicBezTo>
                    <a:pt x="73787" y="187270"/>
                    <a:pt x="72779" y="182260"/>
                    <a:pt x="72779" y="165862"/>
                  </a:cubicBezTo>
                  <a:lnTo>
                    <a:pt x="72779" y="95716"/>
                  </a:lnTo>
                  <a:cubicBezTo>
                    <a:pt x="72779" y="50622"/>
                    <a:pt x="93953" y="10084"/>
                    <a:pt x="132269" y="10084"/>
                  </a:cubicBezTo>
                  <a:cubicBezTo>
                    <a:pt x="135798" y="10084"/>
                    <a:pt x="136806" y="10084"/>
                    <a:pt x="137814" y="10539"/>
                  </a:cubicBezTo>
                  <a:cubicBezTo>
                    <a:pt x="136302" y="10995"/>
                    <a:pt x="126219" y="16460"/>
                    <a:pt x="126219" y="28303"/>
                  </a:cubicBezTo>
                  <a:cubicBezTo>
                    <a:pt x="126219" y="41057"/>
                    <a:pt x="136806" y="47889"/>
                    <a:pt x="147897" y="47889"/>
                  </a:cubicBezTo>
                  <a:cubicBezTo>
                    <a:pt x="156972" y="47889"/>
                    <a:pt x="169575" y="42424"/>
                    <a:pt x="169575" y="27848"/>
                  </a:cubicBezTo>
                  <a:cubicBezTo>
                    <a:pt x="169575" y="13272"/>
                    <a:pt x="153947" y="63"/>
                    <a:pt x="132269" y="63"/>
                  </a:cubicBezTo>
                  <a:cubicBezTo>
                    <a:pt x="95466" y="63"/>
                    <a:pt x="77316" y="30581"/>
                    <a:pt x="70258" y="50167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44" name="Figura a mano libera 943">
              <a:extLst>
                <a:ext uri="{FF2B5EF4-FFF2-40B4-BE49-F238E27FC236}">
                  <a16:creationId xmlns:a16="http://schemas.microsoft.com/office/drawing/2014/main" id="{55BB870E-B69B-0F8A-A375-95D0905AADB7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1955314" y="5205538"/>
              <a:ext cx="227370" cy="209070"/>
            </a:xfrm>
            <a:custGeom>
              <a:avLst/>
              <a:gdLst>
                <a:gd name="csX0" fmla="*/ 146893 w 227370"/>
                <a:gd name="csY0" fmla="*/ 169506 h 209070"/>
                <a:gd name="csX1" fmla="*/ 186216 w 227370"/>
                <a:gd name="csY1" fmla="*/ 206856 h 209070"/>
                <a:gd name="csX2" fmla="*/ 227556 w 227370"/>
                <a:gd name="csY2" fmla="*/ 163584 h 209070"/>
                <a:gd name="csX3" fmla="*/ 227556 w 227370"/>
                <a:gd name="csY3" fmla="*/ 138077 h 209070"/>
                <a:gd name="csX4" fmla="*/ 214953 w 227370"/>
                <a:gd name="csY4" fmla="*/ 138077 h 209070"/>
                <a:gd name="csX5" fmla="*/ 214953 w 227370"/>
                <a:gd name="csY5" fmla="*/ 163584 h 209070"/>
                <a:gd name="csX6" fmla="*/ 196803 w 227370"/>
                <a:gd name="csY6" fmla="*/ 192736 h 209070"/>
                <a:gd name="csX7" fmla="*/ 178150 w 227370"/>
                <a:gd name="csY7" fmla="*/ 169961 h 209070"/>
                <a:gd name="csX8" fmla="*/ 178150 w 227370"/>
                <a:gd name="csY8" fmla="*/ 78863 h 209070"/>
                <a:gd name="csX9" fmla="*/ 160001 w 227370"/>
                <a:gd name="csY9" fmla="*/ 25115 h 209070"/>
                <a:gd name="csX10" fmla="*/ 90932 w 227370"/>
                <a:gd name="csY10" fmla="*/ 63 h 209070"/>
                <a:gd name="csX11" fmla="*/ 14806 w 227370"/>
                <a:gd name="csY11" fmla="*/ 51533 h 209070"/>
                <a:gd name="csX12" fmla="*/ 37997 w 227370"/>
                <a:gd name="csY12" fmla="*/ 72941 h 209070"/>
                <a:gd name="csX13" fmla="*/ 61188 w 227370"/>
                <a:gd name="csY13" fmla="*/ 51989 h 209070"/>
                <a:gd name="csX14" fmla="*/ 35476 w 227370"/>
                <a:gd name="csY14" fmla="*/ 31036 h 209070"/>
                <a:gd name="csX15" fmla="*/ 89924 w 227370"/>
                <a:gd name="csY15" fmla="*/ 10084 h 209070"/>
                <a:gd name="csX16" fmla="*/ 143364 w 227370"/>
                <a:gd name="csY16" fmla="*/ 68387 h 209070"/>
                <a:gd name="csX17" fmla="*/ 143364 w 227370"/>
                <a:gd name="csY17" fmla="*/ 85240 h 209070"/>
                <a:gd name="csX18" fmla="*/ 50600 w 227370"/>
                <a:gd name="csY18" fmla="*/ 101637 h 209070"/>
                <a:gd name="csX19" fmla="*/ 186 w 227370"/>
                <a:gd name="csY19" fmla="*/ 160851 h 209070"/>
                <a:gd name="csX20" fmla="*/ 80849 w 227370"/>
                <a:gd name="csY20" fmla="*/ 209134 h 209070"/>
                <a:gd name="csX21" fmla="*/ 146893 w 227370"/>
                <a:gd name="csY21" fmla="*/ 169506 h 209070"/>
                <a:gd name="csX22" fmla="*/ 143364 w 227370"/>
                <a:gd name="csY22" fmla="*/ 94805 h 209070"/>
                <a:gd name="csX23" fmla="*/ 143364 w 227370"/>
                <a:gd name="csY23" fmla="*/ 140354 h 209070"/>
                <a:gd name="csX24" fmla="*/ 84378 w 227370"/>
                <a:gd name="csY24" fmla="*/ 199113 h 209070"/>
                <a:gd name="csX25" fmla="*/ 39005 w 227370"/>
                <a:gd name="csY25" fmla="*/ 160396 h 209070"/>
                <a:gd name="csX26" fmla="*/ 143364 w 227370"/>
                <a:gd name="csY26" fmla="*/ 94805 h 209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227370" h="209070">
                  <a:moveTo>
                    <a:pt x="146893" y="169506"/>
                  </a:moveTo>
                  <a:cubicBezTo>
                    <a:pt x="148909" y="187725"/>
                    <a:pt x="162521" y="206856"/>
                    <a:pt x="186216" y="206856"/>
                  </a:cubicBezTo>
                  <a:cubicBezTo>
                    <a:pt x="196803" y="206856"/>
                    <a:pt x="227556" y="200479"/>
                    <a:pt x="227556" y="163584"/>
                  </a:cubicBezTo>
                  <a:lnTo>
                    <a:pt x="227556" y="138077"/>
                  </a:lnTo>
                  <a:lnTo>
                    <a:pt x="214953" y="138077"/>
                  </a:lnTo>
                  <a:lnTo>
                    <a:pt x="214953" y="163584"/>
                  </a:lnTo>
                  <a:cubicBezTo>
                    <a:pt x="214953" y="190003"/>
                    <a:pt x="202349" y="192736"/>
                    <a:pt x="196803" y="192736"/>
                  </a:cubicBezTo>
                  <a:cubicBezTo>
                    <a:pt x="180166" y="192736"/>
                    <a:pt x="178150" y="172239"/>
                    <a:pt x="178150" y="169961"/>
                  </a:cubicBezTo>
                  <a:lnTo>
                    <a:pt x="178150" y="78863"/>
                  </a:lnTo>
                  <a:cubicBezTo>
                    <a:pt x="178150" y="59732"/>
                    <a:pt x="178150" y="41968"/>
                    <a:pt x="160001" y="25115"/>
                  </a:cubicBezTo>
                  <a:cubicBezTo>
                    <a:pt x="140339" y="7351"/>
                    <a:pt x="115131" y="63"/>
                    <a:pt x="90932" y="63"/>
                  </a:cubicBezTo>
                  <a:cubicBezTo>
                    <a:pt x="49592" y="63"/>
                    <a:pt x="14806" y="21471"/>
                    <a:pt x="14806" y="51533"/>
                  </a:cubicBezTo>
                  <a:cubicBezTo>
                    <a:pt x="14806" y="65198"/>
                    <a:pt x="24889" y="72941"/>
                    <a:pt x="37997" y="72941"/>
                  </a:cubicBezTo>
                  <a:cubicBezTo>
                    <a:pt x="52113" y="72941"/>
                    <a:pt x="61188" y="63832"/>
                    <a:pt x="61188" y="51989"/>
                  </a:cubicBezTo>
                  <a:cubicBezTo>
                    <a:pt x="61188" y="46523"/>
                    <a:pt x="58667" y="31492"/>
                    <a:pt x="35476" y="31036"/>
                  </a:cubicBezTo>
                  <a:cubicBezTo>
                    <a:pt x="49088" y="15094"/>
                    <a:pt x="73791" y="10084"/>
                    <a:pt x="89924" y="10084"/>
                  </a:cubicBezTo>
                  <a:cubicBezTo>
                    <a:pt x="114627" y="10084"/>
                    <a:pt x="143364" y="27848"/>
                    <a:pt x="143364" y="68387"/>
                  </a:cubicBezTo>
                  <a:lnTo>
                    <a:pt x="143364" y="85240"/>
                  </a:lnTo>
                  <a:cubicBezTo>
                    <a:pt x="117652" y="86606"/>
                    <a:pt x="82362" y="87973"/>
                    <a:pt x="50600" y="101637"/>
                  </a:cubicBezTo>
                  <a:cubicBezTo>
                    <a:pt x="12789" y="117124"/>
                    <a:pt x="186" y="140810"/>
                    <a:pt x="186" y="160851"/>
                  </a:cubicBezTo>
                  <a:cubicBezTo>
                    <a:pt x="186" y="197746"/>
                    <a:pt x="49088" y="209134"/>
                    <a:pt x="80849" y="209134"/>
                  </a:cubicBezTo>
                  <a:cubicBezTo>
                    <a:pt x="114123" y="209134"/>
                    <a:pt x="137314" y="190914"/>
                    <a:pt x="146893" y="169506"/>
                  </a:cubicBezTo>
                  <a:close/>
                  <a:moveTo>
                    <a:pt x="143364" y="94805"/>
                  </a:moveTo>
                  <a:lnTo>
                    <a:pt x="143364" y="140354"/>
                  </a:lnTo>
                  <a:cubicBezTo>
                    <a:pt x="143364" y="183626"/>
                    <a:pt x="107065" y="199113"/>
                    <a:pt x="84378" y="199113"/>
                  </a:cubicBezTo>
                  <a:cubicBezTo>
                    <a:pt x="59675" y="199113"/>
                    <a:pt x="39005" y="183171"/>
                    <a:pt x="39005" y="160396"/>
                  </a:cubicBezTo>
                  <a:cubicBezTo>
                    <a:pt x="39005" y="135344"/>
                    <a:pt x="60179" y="97538"/>
                    <a:pt x="143364" y="94805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45" name="Figura a mano libera 944">
              <a:extLst>
                <a:ext uri="{FF2B5EF4-FFF2-40B4-BE49-F238E27FC236}">
                  <a16:creationId xmlns:a16="http://schemas.microsoft.com/office/drawing/2014/main" id="{C6789F1A-A167-4124-4F25-8917E28FC2C8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2371405" y="5093487"/>
              <a:ext cx="248544" cy="321121"/>
            </a:xfrm>
            <a:custGeom>
              <a:avLst/>
              <a:gdLst>
                <a:gd name="csX0" fmla="*/ 174629 w 248544"/>
                <a:gd name="csY0" fmla="*/ 291122 h 321121"/>
                <a:gd name="csX1" fmla="*/ 174629 w 248544"/>
                <a:gd name="csY1" fmla="*/ 321185 h 321121"/>
                <a:gd name="csX2" fmla="*/ 248739 w 248544"/>
                <a:gd name="csY2" fmla="*/ 316174 h 321121"/>
                <a:gd name="csX3" fmla="*/ 248739 w 248544"/>
                <a:gd name="csY3" fmla="*/ 302054 h 321121"/>
                <a:gd name="csX4" fmla="*/ 209415 w 248544"/>
                <a:gd name="csY4" fmla="*/ 276546 h 321121"/>
                <a:gd name="csX5" fmla="*/ 209415 w 248544"/>
                <a:gd name="csY5" fmla="*/ 63 h 321121"/>
                <a:gd name="csX6" fmla="*/ 136818 w 248544"/>
                <a:gd name="csY6" fmla="*/ 5073 h 321121"/>
                <a:gd name="csX7" fmla="*/ 136818 w 248544"/>
                <a:gd name="csY7" fmla="*/ 19193 h 321121"/>
                <a:gd name="csX8" fmla="*/ 176142 w 248544"/>
                <a:gd name="csY8" fmla="*/ 44701 h 321121"/>
                <a:gd name="csX9" fmla="*/ 176142 w 248544"/>
                <a:gd name="csY9" fmla="*/ 143087 h 321121"/>
                <a:gd name="csX10" fmla="*/ 112619 w 248544"/>
                <a:gd name="csY10" fmla="*/ 114847 h 321121"/>
                <a:gd name="csX11" fmla="*/ 194 w 248544"/>
                <a:gd name="csY11" fmla="*/ 218243 h 321121"/>
                <a:gd name="csX12" fmla="*/ 107073 w 248544"/>
                <a:gd name="csY12" fmla="*/ 321185 h 321121"/>
                <a:gd name="csX13" fmla="*/ 174629 w 248544"/>
                <a:gd name="csY13" fmla="*/ 291122 h 321121"/>
                <a:gd name="csX14" fmla="*/ 174629 w 248544"/>
                <a:gd name="csY14" fmla="*/ 169050 h 321121"/>
                <a:gd name="csX15" fmla="*/ 174629 w 248544"/>
                <a:gd name="csY15" fmla="*/ 262426 h 321121"/>
                <a:gd name="csX16" fmla="*/ 169084 w 248544"/>
                <a:gd name="csY16" fmla="*/ 279279 h 321121"/>
                <a:gd name="csX17" fmla="*/ 109594 w 248544"/>
                <a:gd name="csY17" fmla="*/ 311164 h 321121"/>
                <a:gd name="csX18" fmla="*/ 56658 w 248544"/>
                <a:gd name="csY18" fmla="*/ 282012 h 321121"/>
                <a:gd name="csX19" fmla="*/ 42038 w 248544"/>
                <a:gd name="csY19" fmla="*/ 218699 h 321121"/>
                <a:gd name="csX20" fmla="*/ 57667 w 248544"/>
                <a:gd name="csY20" fmla="*/ 154019 h 321121"/>
                <a:gd name="csX21" fmla="*/ 114636 w 248544"/>
                <a:gd name="csY21" fmla="*/ 124868 h 321121"/>
                <a:gd name="csX22" fmla="*/ 169084 w 248544"/>
                <a:gd name="csY22" fmla="*/ 152197 h 321121"/>
                <a:gd name="csX23" fmla="*/ 174629 w 248544"/>
                <a:gd name="csY23" fmla="*/ 169050 h 3211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48544" h="321121">
                  <a:moveTo>
                    <a:pt x="174629" y="291122"/>
                  </a:moveTo>
                  <a:lnTo>
                    <a:pt x="174629" y="321185"/>
                  </a:lnTo>
                  <a:lnTo>
                    <a:pt x="248739" y="316174"/>
                  </a:lnTo>
                  <a:lnTo>
                    <a:pt x="248739" y="302054"/>
                  </a:lnTo>
                  <a:cubicBezTo>
                    <a:pt x="213449" y="302054"/>
                    <a:pt x="209415" y="298865"/>
                    <a:pt x="209415" y="276546"/>
                  </a:cubicBezTo>
                  <a:lnTo>
                    <a:pt x="209415" y="63"/>
                  </a:lnTo>
                  <a:lnTo>
                    <a:pt x="136818" y="5073"/>
                  </a:lnTo>
                  <a:lnTo>
                    <a:pt x="136818" y="19193"/>
                  </a:lnTo>
                  <a:cubicBezTo>
                    <a:pt x="172108" y="19193"/>
                    <a:pt x="176142" y="22382"/>
                    <a:pt x="176142" y="44701"/>
                  </a:cubicBezTo>
                  <a:lnTo>
                    <a:pt x="176142" y="143087"/>
                  </a:lnTo>
                  <a:cubicBezTo>
                    <a:pt x="161521" y="126690"/>
                    <a:pt x="139843" y="114847"/>
                    <a:pt x="112619" y="114847"/>
                  </a:cubicBezTo>
                  <a:cubicBezTo>
                    <a:pt x="53129" y="114847"/>
                    <a:pt x="194" y="159485"/>
                    <a:pt x="194" y="218243"/>
                  </a:cubicBezTo>
                  <a:cubicBezTo>
                    <a:pt x="194" y="276091"/>
                    <a:pt x="49600" y="321185"/>
                    <a:pt x="107073" y="321185"/>
                  </a:cubicBezTo>
                  <a:cubicBezTo>
                    <a:pt x="139339" y="321185"/>
                    <a:pt x="162025" y="305698"/>
                    <a:pt x="174629" y="291122"/>
                  </a:cubicBezTo>
                  <a:close/>
                  <a:moveTo>
                    <a:pt x="174629" y="169050"/>
                  </a:moveTo>
                  <a:lnTo>
                    <a:pt x="174629" y="262426"/>
                  </a:lnTo>
                  <a:cubicBezTo>
                    <a:pt x="174629" y="270625"/>
                    <a:pt x="174629" y="271536"/>
                    <a:pt x="169084" y="279279"/>
                  </a:cubicBezTo>
                  <a:cubicBezTo>
                    <a:pt x="153959" y="301143"/>
                    <a:pt x="131272" y="311164"/>
                    <a:pt x="109594" y="311164"/>
                  </a:cubicBezTo>
                  <a:cubicBezTo>
                    <a:pt x="86907" y="311164"/>
                    <a:pt x="68758" y="299321"/>
                    <a:pt x="56658" y="282012"/>
                  </a:cubicBezTo>
                  <a:cubicBezTo>
                    <a:pt x="43551" y="263337"/>
                    <a:pt x="42038" y="237374"/>
                    <a:pt x="42038" y="218699"/>
                  </a:cubicBezTo>
                  <a:cubicBezTo>
                    <a:pt x="42038" y="201846"/>
                    <a:pt x="43047" y="174516"/>
                    <a:pt x="57667" y="154019"/>
                  </a:cubicBezTo>
                  <a:cubicBezTo>
                    <a:pt x="68254" y="139899"/>
                    <a:pt x="87412" y="124868"/>
                    <a:pt x="114636" y="124868"/>
                  </a:cubicBezTo>
                  <a:cubicBezTo>
                    <a:pt x="132281" y="124868"/>
                    <a:pt x="153455" y="131700"/>
                    <a:pt x="169084" y="152197"/>
                  </a:cubicBezTo>
                  <a:cubicBezTo>
                    <a:pt x="174629" y="159940"/>
                    <a:pt x="174629" y="160851"/>
                    <a:pt x="174629" y="169050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46" name="Figura a mano libera 945">
              <a:extLst>
                <a:ext uri="{FF2B5EF4-FFF2-40B4-BE49-F238E27FC236}">
                  <a16:creationId xmlns:a16="http://schemas.microsoft.com/office/drawing/2014/main" id="{00C1FEA5-A2F1-6D3A-CC18-E5052780F2E4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2650984" y="5104874"/>
              <a:ext cx="107887" cy="304724"/>
            </a:xfrm>
            <a:custGeom>
              <a:avLst/>
              <a:gdLst>
                <a:gd name="csX0" fmla="*/ 72797 w 107887"/>
                <a:gd name="csY0" fmla="*/ 103459 h 304724"/>
                <a:gd name="csX1" fmla="*/ 2216 w 107887"/>
                <a:gd name="csY1" fmla="*/ 108470 h 304724"/>
                <a:gd name="csX2" fmla="*/ 2216 w 107887"/>
                <a:gd name="csY2" fmla="*/ 122590 h 304724"/>
                <a:gd name="csX3" fmla="*/ 39523 w 107887"/>
                <a:gd name="csY3" fmla="*/ 147642 h 304724"/>
                <a:gd name="csX4" fmla="*/ 39523 w 107887"/>
                <a:gd name="csY4" fmla="*/ 270169 h 304724"/>
                <a:gd name="csX5" fmla="*/ 199 w 107887"/>
                <a:gd name="csY5" fmla="*/ 290667 h 304724"/>
                <a:gd name="csX6" fmla="*/ 199 w 107887"/>
                <a:gd name="csY6" fmla="*/ 304787 h 304724"/>
                <a:gd name="csX7" fmla="*/ 55656 w 107887"/>
                <a:gd name="csY7" fmla="*/ 303420 h 304724"/>
                <a:gd name="csX8" fmla="*/ 108087 w 107887"/>
                <a:gd name="csY8" fmla="*/ 304787 h 304724"/>
                <a:gd name="csX9" fmla="*/ 108087 w 107887"/>
                <a:gd name="csY9" fmla="*/ 290667 h 304724"/>
                <a:gd name="csX10" fmla="*/ 72797 w 107887"/>
                <a:gd name="csY10" fmla="*/ 270625 h 304724"/>
                <a:gd name="csX11" fmla="*/ 72797 w 107887"/>
                <a:gd name="csY11" fmla="*/ 103459 h 304724"/>
                <a:gd name="csX12" fmla="*/ 74813 w 107887"/>
                <a:gd name="csY12" fmla="*/ 24204 h 304724"/>
                <a:gd name="csX13" fmla="*/ 48094 w 107887"/>
                <a:gd name="csY13" fmla="*/ 63 h 304724"/>
                <a:gd name="csX14" fmla="*/ 21374 w 107887"/>
                <a:gd name="csY14" fmla="*/ 24204 h 304724"/>
                <a:gd name="csX15" fmla="*/ 48094 w 107887"/>
                <a:gd name="csY15" fmla="*/ 48345 h 304724"/>
                <a:gd name="csX16" fmla="*/ 74813 w 107887"/>
                <a:gd name="csY16" fmla="*/ 24204 h 3047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07887" h="304724">
                  <a:moveTo>
                    <a:pt x="72797" y="103459"/>
                  </a:moveTo>
                  <a:lnTo>
                    <a:pt x="2216" y="108470"/>
                  </a:lnTo>
                  <a:lnTo>
                    <a:pt x="2216" y="122590"/>
                  </a:lnTo>
                  <a:cubicBezTo>
                    <a:pt x="34986" y="122590"/>
                    <a:pt x="39523" y="125323"/>
                    <a:pt x="39523" y="147642"/>
                  </a:cubicBezTo>
                  <a:lnTo>
                    <a:pt x="39523" y="270169"/>
                  </a:lnTo>
                  <a:cubicBezTo>
                    <a:pt x="39523" y="290667"/>
                    <a:pt x="33977" y="290667"/>
                    <a:pt x="199" y="290667"/>
                  </a:cubicBezTo>
                  <a:lnTo>
                    <a:pt x="199" y="304787"/>
                  </a:lnTo>
                  <a:cubicBezTo>
                    <a:pt x="16332" y="304331"/>
                    <a:pt x="43556" y="303420"/>
                    <a:pt x="55656" y="303420"/>
                  </a:cubicBezTo>
                  <a:cubicBezTo>
                    <a:pt x="73301" y="303420"/>
                    <a:pt x="90946" y="304331"/>
                    <a:pt x="108087" y="304787"/>
                  </a:cubicBezTo>
                  <a:lnTo>
                    <a:pt x="108087" y="290667"/>
                  </a:lnTo>
                  <a:cubicBezTo>
                    <a:pt x="74813" y="290667"/>
                    <a:pt x="72797" y="288389"/>
                    <a:pt x="72797" y="270625"/>
                  </a:cubicBezTo>
                  <a:lnTo>
                    <a:pt x="72797" y="103459"/>
                  </a:lnTo>
                  <a:close/>
                  <a:moveTo>
                    <a:pt x="74813" y="24204"/>
                  </a:moveTo>
                  <a:cubicBezTo>
                    <a:pt x="74813" y="9628"/>
                    <a:pt x="62210" y="63"/>
                    <a:pt x="48094" y="63"/>
                  </a:cubicBezTo>
                  <a:cubicBezTo>
                    <a:pt x="32465" y="63"/>
                    <a:pt x="21374" y="12361"/>
                    <a:pt x="21374" y="24204"/>
                  </a:cubicBezTo>
                  <a:cubicBezTo>
                    <a:pt x="21374" y="36502"/>
                    <a:pt x="32465" y="48345"/>
                    <a:pt x="48094" y="48345"/>
                  </a:cubicBezTo>
                  <a:cubicBezTo>
                    <a:pt x="62210" y="48345"/>
                    <a:pt x="74813" y="38780"/>
                    <a:pt x="74813" y="24204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47" name="Figura a mano libera 946">
              <a:extLst>
                <a:ext uri="{FF2B5EF4-FFF2-40B4-BE49-F238E27FC236}">
                  <a16:creationId xmlns:a16="http://schemas.microsoft.com/office/drawing/2014/main" id="{48ACC356-E5EB-5A23-C056-333266CE26BD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2963612" y="5106241"/>
              <a:ext cx="209221" cy="313378"/>
            </a:xfrm>
            <a:custGeom>
              <a:avLst/>
              <a:gdLst>
                <a:gd name="csX0" fmla="*/ 125234 w 209221"/>
                <a:gd name="csY0" fmla="*/ 143087 h 313378"/>
                <a:gd name="csX1" fmla="*/ 195815 w 209221"/>
                <a:gd name="csY1" fmla="*/ 62921 h 313378"/>
                <a:gd name="csX2" fmla="*/ 103052 w 209221"/>
                <a:gd name="csY2" fmla="*/ 63 h 313378"/>
                <a:gd name="csX3" fmla="*/ 13818 w 209221"/>
                <a:gd name="csY3" fmla="*/ 62010 h 313378"/>
                <a:gd name="csX4" fmla="*/ 39529 w 209221"/>
                <a:gd name="csY4" fmla="*/ 85695 h 313378"/>
                <a:gd name="csX5" fmla="*/ 65241 w 209221"/>
                <a:gd name="csY5" fmla="*/ 62465 h 313378"/>
                <a:gd name="csX6" fmla="*/ 33983 w 209221"/>
                <a:gd name="csY6" fmla="*/ 39691 h 313378"/>
                <a:gd name="csX7" fmla="*/ 101035 w 209221"/>
                <a:gd name="csY7" fmla="*/ 11450 h 313378"/>
                <a:gd name="csX8" fmla="*/ 149433 w 209221"/>
                <a:gd name="csY8" fmla="*/ 62465 h 313378"/>
                <a:gd name="csX9" fmla="*/ 135317 w 209221"/>
                <a:gd name="csY9" fmla="*/ 114391 h 313378"/>
                <a:gd name="csX10" fmla="*/ 90448 w 209221"/>
                <a:gd name="csY10" fmla="*/ 138077 h 313378"/>
                <a:gd name="csX11" fmla="*/ 70786 w 209221"/>
                <a:gd name="csY11" fmla="*/ 139443 h 313378"/>
                <a:gd name="csX12" fmla="*/ 63224 w 209221"/>
                <a:gd name="csY12" fmla="*/ 144909 h 313378"/>
                <a:gd name="csX13" fmla="*/ 75324 w 209221"/>
                <a:gd name="csY13" fmla="*/ 149920 h 313378"/>
                <a:gd name="csX14" fmla="*/ 97506 w 209221"/>
                <a:gd name="csY14" fmla="*/ 149920 h 313378"/>
                <a:gd name="csX15" fmla="*/ 157500 w 209221"/>
                <a:gd name="csY15" fmla="*/ 225531 h 313378"/>
                <a:gd name="csX16" fmla="*/ 100531 w 209221"/>
                <a:gd name="csY16" fmla="*/ 300687 h 313378"/>
                <a:gd name="csX17" fmla="*/ 23396 w 209221"/>
                <a:gd name="csY17" fmla="*/ 266070 h 313378"/>
                <a:gd name="csX18" fmla="*/ 56670 w 209221"/>
                <a:gd name="csY18" fmla="*/ 241018 h 313378"/>
                <a:gd name="csX19" fmla="*/ 28438 w 209221"/>
                <a:gd name="csY19" fmla="*/ 215510 h 313378"/>
                <a:gd name="csX20" fmla="*/ 206 w 209221"/>
                <a:gd name="csY20" fmla="*/ 241929 h 313378"/>
                <a:gd name="csX21" fmla="*/ 102043 w 209221"/>
                <a:gd name="csY21" fmla="*/ 313441 h 313378"/>
                <a:gd name="csX22" fmla="*/ 209427 w 209221"/>
                <a:gd name="csY22" fmla="*/ 225531 h 313378"/>
                <a:gd name="csX23" fmla="*/ 125234 w 209221"/>
                <a:gd name="csY23" fmla="*/ 143087 h 3133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09221" h="313378">
                  <a:moveTo>
                    <a:pt x="125234" y="143087"/>
                  </a:moveTo>
                  <a:cubicBezTo>
                    <a:pt x="166574" y="130789"/>
                    <a:pt x="195815" y="98905"/>
                    <a:pt x="195815" y="62921"/>
                  </a:cubicBezTo>
                  <a:cubicBezTo>
                    <a:pt x="195815" y="25570"/>
                    <a:pt x="151450" y="63"/>
                    <a:pt x="103052" y="63"/>
                  </a:cubicBezTo>
                  <a:cubicBezTo>
                    <a:pt x="52133" y="63"/>
                    <a:pt x="13818" y="27392"/>
                    <a:pt x="13818" y="62010"/>
                  </a:cubicBezTo>
                  <a:cubicBezTo>
                    <a:pt x="13818" y="77041"/>
                    <a:pt x="24909" y="85695"/>
                    <a:pt x="39529" y="85695"/>
                  </a:cubicBezTo>
                  <a:cubicBezTo>
                    <a:pt x="55158" y="85695"/>
                    <a:pt x="65241" y="75674"/>
                    <a:pt x="65241" y="62465"/>
                  </a:cubicBezTo>
                  <a:cubicBezTo>
                    <a:pt x="65241" y="39691"/>
                    <a:pt x="41546" y="39691"/>
                    <a:pt x="33983" y="39691"/>
                  </a:cubicBezTo>
                  <a:cubicBezTo>
                    <a:pt x="49612" y="17371"/>
                    <a:pt x="82886" y="11450"/>
                    <a:pt x="101035" y="11450"/>
                  </a:cubicBezTo>
                  <a:cubicBezTo>
                    <a:pt x="121705" y="11450"/>
                    <a:pt x="149433" y="21471"/>
                    <a:pt x="149433" y="62465"/>
                  </a:cubicBezTo>
                  <a:cubicBezTo>
                    <a:pt x="149433" y="67931"/>
                    <a:pt x="148425" y="94350"/>
                    <a:pt x="135317" y="114391"/>
                  </a:cubicBezTo>
                  <a:cubicBezTo>
                    <a:pt x="120193" y="136255"/>
                    <a:pt x="103052" y="137621"/>
                    <a:pt x="90448" y="138077"/>
                  </a:cubicBezTo>
                  <a:cubicBezTo>
                    <a:pt x="86415" y="138532"/>
                    <a:pt x="74315" y="139443"/>
                    <a:pt x="70786" y="139443"/>
                  </a:cubicBezTo>
                  <a:cubicBezTo>
                    <a:pt x="66753" y="139899"/>
                    <a:pt x="63224" y="140354"/>
                    <a:pt x="63224" y="144909"/>
                  </a:cubicBezTo>
                  <a:cubicBezTo>
                    <a:pt x="63224" y="149920"/>
                    <a:pt x="66753" y="149920"/>
                    <a:pt x="75324" y="149920"/>
                  </a:cubicBezTo>
                  <a:lnTo>
                    <a:pt x="97506" y="149920"/>
                  </a:lnTo>
                  <a:cubicBezTo>
                    <a:pt x="138846" y="149920"/>
                    <a:pt x="157500" y="180893"/>
                    <a:pt x="157500" y="225531"/>
                  </a:cubicBezTo>
                  <a:cubicBezTo>
                    <a:pt x="157500" y="287478"/>
                    <a:pt x="122714" y="300687"/>
                    <a:pt x="100531" y="300687"/>
                  </a:cubicBezTo>
                  <a:cubicBezTo>
                    <a:pt x="78853" y="300687"/>
                    <a:pt x="41042" y="292944"/>
                    <a:pt x="23396" y="266070"/>
                  </a:cubicBezTo>
                  <a:cubicBezTo>
                    <a:pt x="41042" y="268348"/>
                    <a:pt x="56670" y="258327"/>
                    <a:pt x="56670" y="241018"/>
                  </a:cubicBezTo>
                  <a:cubicBezTo>
                    <a:pt x="56670" y="224620"/>
                    <a:pt x="43058" y="215510"/>
                    <a:pt x="28438" y="215510"/>
                  </a:cubicBezTo>
                  <a:cubicBezTo>
                    <a:pt x="16338" y="215510"/>
                    <a:pt x="206" y="221887"/>
                    <a:pt x="206" y="241929"/>
                  </a:cubicBezTo>
                  <a:cubicBezTo>
                    <a:pt x="206" y="283379"/>
                    <a:pt x="47091" y="313441"/>
                    <a:pt x="102043" y="313441"/>
                  </a:cubicBezTo>
                  <a:cubicBezTo>
                    <a:pt x="163550" y="313441"/>
                    <a:pt x="209427" y="271991"/>
                    <a:pt x="209427" y="225531"/>
                  </a:cubicBezTo>
                  <a:cubicBezTo>
                    <a:pt x="209427" y="188181"/>
                    <a:pt x="177666" y="152653"/>
                    <a:pt x="125234" y="143087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48" name="Figura a mano libera 947">
              <a:extLst>
                <a:ext uri="{FF2B5EF4-FFF2-40B4-BE49-F238E27FC236}">
                  <a16:creationId xmlns:a16="http://schemas.microsoft.com/office/drawing/2014/main" id="{A465C1B9-FDC6-6E4D-4D7E-2D1F43BC4874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3379198" y="5104874"/>
              <a:ext cx="107887" cy="304724"/>
            </a:xfrm>
            <a:custGeom>
              <a:avLst/>
              <a:gdLst>
                <a:gd name="csX0" fmla="*/ 72811 w 107887"/>
                <a:gd name="csY0" fmla="*/ 103459 h 304724"/>
                <a:gd name="csX1" fmla="*/ 2230 w 107887"/>
                <a:gd name="csY1" fmla="*/ 108470 h 304724"/>
                <a:gd name="csX2" fmla="*/ 2230 w 107887"/>
                <a:gd name="csY2" fmla="*/ 122590 h 304724"/>
                <a:gd name="csX3" fmla="*/ 39537 w 107887"/>
                <a:gd name="csY3" fmla="*/ 147642 h 304724"/>
                <a:gd name="csX4" fmla="*/ 39537 w 107887"/>
                <a:gd name="csY4" fmla="*/ 270169 h 304724"/>
                <a:gd name="csX5" fmla="*/ 214 w 107887"/>
                <a:gd name="csY5" fmla="*/ 290667 h 304724"/>
                <a:gd name="csX6" fmla="*/ 214 w 107887"/>
                <a:gd name="csY6" fmla="*/ 304787 h 304724"/>
                <a:gd name="csX7" fmla="*/ 55670 w 107887"/>
                <a:gd name="csY7" fmla="*/ 303420 h 304724"/>
                <a:gd name="csX8" fmla="*/ 108102 w 107887"/>
                <a:gd name="csY8" fmla="*/ 304787 h 304724"/>
                <a:gd name="csX9" fmla="*/ 108102 w 107887"/>
                <a:gd name="csY9" fmla="*/ 290667 h 304724"/>
                <a:gd name="csX10" fmla="*/ 72811 w 107887"/>
                <a:gd name="csY10" fmla="*/ 270625 h 304724"/>
                <a:gd name="csX11" fmla="*/ 72811 w 107887"/>
                <a:gd name="csY11" fmla="*/ 103459 h 304724"/>
                <a:gd name="csX12" fmla="*/ 74828 w 107887"/>
                <a:gd name="csY12" fmla="*/ 24204 h 304724"/>
                <a:gd name="csX13" fmla="*/ 48108 w 107887"/>
                <a:gd name="csY13" fmla="*/ 63 h 304724"/>
                <a:gd name="csX14" fmla="*/ 21388 w 107887"/>
                <a:gd name="csY14" fmla="*/ 24204 h 304724"/>
                <a:gd name="csX15" fmla="*/ 48108 w 107887"/>
                <a:gd name="csY15" fmla="*/ 48345 h 304724"/>
                <a:gd name="csX16" fmla="*/ 74828 w 107887"/>
                <a:gd name="csY16" fmla="*/ 24204 h 3047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07887" h="304724">
                  <a:moveTo>
                    <a:pt x="72811" y="103459"/>
                  </a:moveTo>
                  <a:lnTo>
                    <a:pt x="2230" y="108470"/>
                  </a:lnTo>
                  <a:lnTo>
                    <a:pt x="2230" y="122590"/>
                  </a:lnTo>
                  <a:cubicBezTo>
                    <a:pt x="35000" y="122590"/>
                    <a:pt x="39537" y="125323"/>
                    <a:pt x="39537" y="147642"/>
                  </a:cubicBezTo>
                  <a:lnTo>
                    <a:pt x="39537" y="270169"/>
                  </a:lnTo>
                  <a:cubicBezTo>
                    <a:pt x="39537" y="290667"/>
                    <a:pt x="33992" y="290667"/>
                    <a:pt x="214" y="290667"/>
                  </a:cubicBezTo>
                  <a:lnTo>
                    <a:pt x="214" y="304787"/>
                  </a:lnTo>
                  <a:cubicBezTo>
                    <a:pt x="16347" y="304331"/>
                    <a:pt x="43571" y="303420"/>
                    <a:pt x="55670" y="303420"/>
                  </a:cubicBezTo>
                  <a:cubicBezTo>
                    <a:pt x="73315" y="303420"/>
                    <a:pt x="90961" y="304331"/>
                    <a:pt x="108102" y="304787"/>
                  </a:cubicBezTo>
                  <a:lnTo>
                    <a:pt x="108102" y="290667"/>
                  </a:lnTo>
                  <a:cubicBezTo>
                    <a:pt x="74828" y="290667"/>
                    <a:pt x="72811" y="288389"/>
                    <a:pt x="72811" y="270625"/>
                  </a:cubicBezTo>
                  <a:lnTo>
                    <a:pt x="72811" y="103459"/>
                  </a:lnTo>
                  <a:close/>
                  <a:moveTo>
                    <a:pt x="74828" y="24204"/>
                  </a:moveTo>
                  <a:cubicBezTo>
                    <a:pt x="74828" y="9628"/>
                    <a:pt x="62224" y="63"/>
                    <a:pt x="48108" y="63"/>
                  </a:cubicBezTo>
                  <a:cubicBezTo>
                    <a:pt x="32479" y="63"/>
                    <a:pt x="21388" y="12361"/>
                    <a:pt x="21388" y="24204"/>
                  </a:cubicBezTo>
                  <a:cubicBezTo>
                    <a:pt x="21388" y="36502"/>
                    <a:pt x="32479" y="48345"/>
                    <a:pt x="48108" y="48345"/>
                  </a:cubicBezTo>
                  <a:cubicBezTo>
                    <a:pt x="62224" y="48345"/>
                    <a:pt x="74828" y="38780"/>
                    <a:pt x="74828" y="24204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49" name="Figura a mano libera 948">
              <a:extLst>
                <a:ext uri="{FF2B5EF4-FFF2-40B4-BE49-F238E27FC236}">
                  <a16:creationId xmlns:a16="http://schemas.microsoft.com/office/drawing/2014/main" id="{E1DF791B-8F9E-B780-D9C0-A3A961F44A50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3519240" y="5205538"/>
              <a:ext cx="164856" cy="209070"/>
            </a:xfrm>
            <a:custGeom>
              <a:avLst/>
              <a:gdLst>
                <a:gd name="csX0" fmla="*/ 88443 w 164856"/>
                <a:gd name="csY0" fmla="*/ 115758 h 209070"/>
                <a:gd name="csX1" fmla="*/ 140874 w 164856"/>
                <a:gd name="csY1" fmla="*/ 157663 h 209070"/>
                <a:gd name="csX2" fmla="*/ 83905 w 164856"/>
                <a:gd name="csY2" fmla="*/ 199113 h 209070"/>
                <a:gd name="csX3" fmla="*/ 13829 w 164856"/>
                <a:gd name="csY3" fmla="*/ 134433 h 209070"/>
                <a:gd name="csX4" fmla="*/ 6771 w 164856"/>
                <a:gd name="csY4" fmla="*/ 126690 h 209070"/>
                <a:gd name="csX5" fmla="*/ 217 w 164856"/>
                <a:gd name="csY5" fmla="*/ 138077 h 209070"/>
                <a:gd name="csX6" fmla="*/ 217 w 164856"/>
                <a:gd name="csY6" fmla="*/ 198202 h 209070"/>
                <a:gd name="csX7" fmla="*/ 5762 w 164856"/>
                <a:gd name="csY7" fmla="*/ 209134 h 209070"/>
                <a:gd name="csX8" fmla="*/ 18366 w 164856"/>
                <a:gd name="csY8" fmla="*/ 200024 h 209070"/>
                <a:gd name="csX9" fmla="*/ 28449 w 164856"/>
                <a:gd name="csY9" fmla="*/ 189547 h 209070"/>
                <a:gd name="csX10" fmla="*/ 83905 w 164856"/>
                <a:gd name="csY10" fmla="*/ 209134 h 209070"/>
                <a:gd name="csX11" fmla="*/ 165073 w 164856"/>
                <a:gd name="csY11" fmla="*/ 145820 h 209070"/>
                <a:gd name="csX12" fmla="*/ 143899 w 164856"/>
                <a:gd name="csY12" fmla="*/ 102548 h 209070"/>
                <a:gd name="csX13" fmla="*/ 86426 w 164856"/>
                <a:gd name="csY13" fmla="*/ 80685 h 209070"/>
                <a:gd name="csX14" fmla="*/ 24416 w 164856"/>
                <a:gd name="csY14" fmla="*/ 43335 h 209070"/>
                <a:gd name="csX15" fmla="*/ 80880 w 164856"/>
                <a:gd name="csY15" fmla="*/ 8717 h 209070"/>
                <a:gd name="csX16" fmla="*/ 139866 w 164856"/>
                <a:gd name="csY16" fmla="*/ 63832 h 209070"/>
                <a:gd name="csX17" fmla="*/ 145915 w 164856"/>
                <a:gd name="csY17" fmla="*/ 67931 h 209070"/>
                <a:gd name="csX18" fmla="*/ 152469 w 164856"/>
                <a:gd name="csY18" fmla="*/ 56999 h 209070"/>
                <a:gd name="csX19" fmla="*/ 152469 w 164856"/>
                <a:gd name="csY19" fmla="*/ 10995 h 209070"/>
                <a:gd name="csX20" fmla="*/ 146924 w 164856"/>
                <a:gd name="csY20" fmla="*/ 63 h 209070"/>
                <a:gd name="csX21" fmla="*/ 136841 w 164856"/>
                <a:gd name="csY21" fmla="*/ 5529 h 209070"/>
                <a:gd name="csX22" fmla="*/ 128270 w 164856"/>
                <a:gd name="csY22" fmla="*/ 12817 h 209070"/>
                <a:gd name="csX23" fmla="*/ 80880 w 164856"/>
                <a:gd name="csY23" fmla="*/ 63 h 209070"/>
                <a:gd name="csX24" fmla="*/ 217 w 164856"/>
                <a:gd name="csY24" fmla="*/ 56088 h 209070"/>
                <a:gd name="csX25" fmla="*/ 21895 w 164856"/>
                <a:gd name="csY25" fmla="*/ 94805 h 209070"/>
                <a:gd name="csX26" fmla="*/ 88443 w 164856"/>
                <a:gd name="csY26" fmla="*/ 115758 h 209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64856" h="209070">
                  <a:moveTo>
                    <a:pt x="88443" y="115758"/>
                  </a:moveTo>
                  <a:cubicBezTo>
                    <a:pt x="99534" y="117580"/>
                    <a:pt x="140874" y="124868"/>
                    <a:pt x="140874" y="157663"/>
                  </a:cubicBezTo>
                  <a:cubicBezTo>
                    <a:pt x="140874" y="180893"/>
                    <a:pt x="123229" y="199113"/>
                    <a:pt x="83905" y="199113"/>
                  </a:cubicBezTo>
                  <a:cubicBezTo>
                    <a:pt x="41557" y="199113"/>
                    <a:pt x="23407" y="173150"/>
                    <a:pt x="13829" y="134433"/>
                  </a:cubicBezTo>
                  <a:cubicBezTo>
                    <a:pt x="12316" y="128512"/>
                    <a:pt x="11812" y="126690"/>
                    <a:pt x="6771" y="126690"/>
                  </a:cubicBezTo>
                  <a:cubicBezTo>
                    <a:pt x="217" y="126690"/>
                    <a:pt x="217" y="129878"/>
                    <a:pt x="217" y="138077"/>
                  </a:cubicBezTo>
                  <a:lnTo>
                    <a:pt x="217" y="198202"/>
                  </a:lnTo>
                  <a:cubicBezTo>
                    <a:pt x="217" y="205945"/>
                    <a:pt x="217" y="209134"/>
                    <a:pt x="5762" y="209134"/>
                  </a:cubicBezTo>
                  <a:cubicBezTo>
                    <a:pt x="8283" y="209134"/>
                    <a:pt x="8787" y="208678"/>
                    <a:pt x="18366" y="200024"/>
                  </a:cubicBezTo>
                  <a:cubicBezTo>
                    <a:pt x="19374" y="199113"/>
                    <a:pt x="19374" y="198202"/>
                    <a:pt x="28449" y="189547"/>
                  </a:cubicBezTo>
                  <a:cubicBezTo>
                    <a:pt x="50631" y="208678"/>
                    <a:pt x="73318" y="209134"/>
                    <a:pt x="83905" y="209134"/>
                  </a:cubicBezTo>
                  <a:cubicBezTo>
                    <a:pt x="141882" y="209134"/>
                    <a:pt x="165073" y="178616"/>
                    <a:pt x="165073" y="145820"/>
                  </a:cubicBezTo>
                  <a:cubicBezTo>
                    <a:pt x="165073" y="121679"/>
                    <a:pt x="149949" y="108014"/>
                    <a:pt x="143899" y="102548"/>
                  </a:cubicBezTo>
                  <a:cubicBezTo>
                    <a:pt x="127262" y="87973"/>
                    <a:pt x="107600" y="84329"/>
                    <a:pt x="86426" y="80685"/>
                  </a:cubicBezTo>
                  <a:cubicBezTo>
                    <a:pt x="58194" y="75674"/>
                    <a:pt x="24416" y="69753"/>
                    <a:pt x="24416" y="43335"/>
                  </a:cubicBezTo>
                  <a:cubicBezTo>
                    <a:pt x="24416" y="27392"/>
                    <a:pt x="37524" y="8717"/>
                    <a:pt x="80880" y="8717"/>
                  </a:cubicBezTo>
                  <a:cubicBezTo>
                    <a:pt x="136337" y="8717"/>
                    <a:pt x="138857" y="49711"/>
                    <a:pt x="139866" y="63832"/>
                  </a:cubicBezTo>
                  <a:cubicBezTo>
                    <a:pt x="140370" y="67931"/>
                    <a:pt x="144907" y="67931"/>
                    <a:pt x="145915" y="67931"/>
                  </a:cubicBezTo>
                  <a:cubicBezTo>
                    <a:pt x="152469" y="67931"/>
                    <a:pt x="152469" y="65654"/>
                    <a:pt x="152469" y="56999"/>
                  </a:cubicBezTo>
                  <a:lnTo>
                    <a:pt x="152469" y="10995"/>
                  </a:lnTo>
                  <a:cubicBezTo>
                    <a:pt x="152469" y="3251"/>
                    <a:pt x="152469" y="63"/>
                    <a:pt x="146924" y="63"/>
                  </a:cubicBezTo>
                  <a:cubicBezTo>
                    <a:pt x="144403" y="63"/>
                    <a:pt x="143395" y="63"/>
                    <a:pt x="136841" y="5529"/>
                  </a:cubicBezTo>
                  <a:cubicBezTo>
                    <a:pt x="135328" y="7351"/>
                    <a:pt x="130287" y="11450"/>
                    <a:pt x="128270" y="12817"/>
                  </a:cubicBezTo>
                  <a:cubicBezTo>
                    <a:pt x="109113" y="63"/>
                    <a:pt x="88443" y="63"/>
                    <a:pt x="80880" y="63"/>
                  </a:cubicBezTo>
                  <a:cubicBezTo>
                    <a:pt x="19374" y="63"/>
                    <a:pt x="217" y="30581"/>
                    <a:pt x="217" y="56088"/>
                  </a:cubicBezTo>
                  <a:cubicBezTo>
                    <a:pt x="217" y="72030"/>
                    <a:pt x="8283" y="84784"/>
                    <a:pt x="21895" y="94805"/>
                  </a:cubicBezTo>
                  <a:cubicBezTo>
                    <a:pt x="38028" y="106648"/>
                    <a:pt x="52144" y="109381"/>
                    <a:pt x="88443" y="115758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50" name="Figura a mano libera 949">
              <a:extLst>
                <a:ext uri="{FF2B5EF4-FFF2-40B4-BE49-F238E27FC236}">
                  <a16:creationId xmlns:a16="http://schemas.microsoft.com/office/drawing/2014/main" id="{BF77A45A-D95F-D5D2-D3E2-00EBFF4B3A7E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3711041" y="5129471"/>
              <a:ext cx="157798" cy="285137"/>
            </a:xfrm>
            <a:custGeom>
              <a:avLst/>
              <a:gdLst>
                <a:gd name="csX0" fmla="*/ 77859 w 157798"/>
                <a:gd name="csY0" fmla="*/ 97994 h 285137"/>
                <a:gd name="csX1" fmla="*/ 149953 w 157798"/>
                <a:gd name="csY1" fmla="*/ 97994 h 285137"/>
                <a:gd name="csX2" fmla="*/ 149953 w 157798"/>
                <a:gd name="csY2" fmla="*/ 83873 h 285137"/>
                <a:gd name="csX3" fmla="*/ 77859 w 157798"/>
                <a:gd name="csY3" fmla="*/ 83873 h 285137"/>
                <a:gd name="csX4" fmla="*/ 77859 w 157798"/>
                <a:gd name="csY4" fmla="*/ 63 h 285137"/>
                <a:gd name="csX5" fmla="*/ 65256 w 157798"/>
                <a:gd name="csY5" fmla="*/ 63 h 285137"/>
                <a:gd name="csX6" fmla="*/ 221 w 157798"/>
                <a:gd name="csY6" fmla="*/ 87973 h 285137"/>
                <a:gd name="csX7" fmla="*/ 221 w 157798"/>
                <a:gd name="csY7" fmla="*/ 97994 h 285137"/>
                <a:gd name="csX8" fmla="*/ 43073 w 157798"/>
                <a:gd name="csY8" fmla="*/ 97994 h 285137"/>
                <a:gd name="csX9" fmla="*/ 43073 w 157798"/>
                <a:gd name="csY9" fmla="*/ 223709 h 285137"/>
                <a:gd name="csX10" fmla="*/ 108108 w 157798"/>
                <a:gd name="csY10" fmla="*/ 285201 h 285137"/>
                <a:gd name="csX11" fmla="*/ 158019 w 157798"/>
                <a:gd name="csY11" fmla="*/ 223709 h 285137"/>
                <a:gd name="csX12" fmla="*/ 158019 w 157798"/>
                <a:gd name="csY12" fmla="*/ 197746 h 285137"/>
                <a:gd name="csX13" fmla="*/ 145415 w 157798"/>
                <a:gd name="csY13" fmla="*/ 197746 h 285137"/>
                <a:gd name="csX14" fmla="*/ 145415 w 157798"/>
                <a:gd name="csY14" fmla="*/ 222798 h 285137"/>
                <a:gd name="csX15" fmla="*/ 111637 w 157798"/>
                <a:gd name="csY15" fmla="*/ 273813 h 285137"/>
                <a:gd name="csX16" fmla="*/ 77859 w 157798"/>
                <a:gd name="csY16" fmla="*/ 224620 h 285137"/>
                <a:gd name="csX17" fmla="*/ 77859 w 157798"/>
                <a:gd name="csY17" fmla="*/ 97994 h 285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7798" h="285137">
                  <a:moveTo>
                    <a:pt x="77859" y="97994"/>
                  </a:moveTo>
                  <a:lnTo>
                    <a:pt x="149953" y="97994"/>
                  </a:lnTo>
                  <a:lnTo>
                    <a:pt x="149953" y="83873"/>
                  </a:lnTo>
                  <a:lnTo>
                    <a:pt x="77859" y="83873"/>
                  </a:lnTo>
                  <a:lnTo>
                    <a:pt x="77859" y="63"/>
                  </a:lnTo>
                  <a:lnTo>
                    <a:pt x="65256" y="63"/>
                  </a:lnTo>
                  <a:cubicBezTo>
                    <a:pt x="64752" y="37413"/>
                    <a:pt x="49627" y="86151"/>
                    <a:pt x="221" y="87973"/>
                  </a:cubicBezTo>
                  <a:lnTo>
                    <a:pt x="221" y="97994"/>
                  </a:lnTo>
                  <a:lnTo>
                    <a:pt x="43073" y="97994"/>
                  </a:lnTo>
                  <a:lnTo>
                    <a:pt x="43073" y="223709"/>
                  </a:lnTo>
                  <a:cubicBezTo>
                    <a:pt x="43073" y="279735"/>
                    <a:pt x="89959" y="285201"/>
                    <a:pt x="108108" y="285201"/>
                  </a:cubicBezTo>
                  <a:cubicBezTo>
                    <a:pt x="143903" y="285201"/>
                    <a:pt x="158019" y="252861"/>
                    <a:pt x="158019" y="223709"/>
                  </a:cubicBezTo>
                  <a:lnTo>
                    <a:pt x="158019" y="197746"/>
                  </a:lnTo>
                  <a:lnTo>
                    <a:pt x="145415" y="197746"/>
                  </a:lnTo>
                  <a:lnTo>
                    <a:pt x="145415" y="222798"/>
                  </a:lnTo>
                  <a:cubicBezTo>
                    <a:pt x="145415" y="256505"/>
                    <a:pt x="130291" y="273813"/>
                    <a:pt x="111637" y="273813"/>
                  </a:cubicBezTo>
                  <a:cubicBezTo>
                    <a:pt x="77859" y="273813"/>
                    <a:pt x="77859" y="232364"/>
                    <a:pt x="77859" y="224620"/>
                  </a:cubicBezTo>
                  <a:lnTo>
                    <a:pt x="77859" y="97994"/>
                  </a:ln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51" name="Figura a mano libera 950">
              <a:extLst>
                <a:ext uri="{FF2B5EF4-FFF2-40B4-BE49-F238E27FC236}">
                  <a16:creationId xmlns:a16="http://schemas.microsoft.com/office/drawing/2014/main" id="{0857977E-315F-D980-0FCC-362D13FAD437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3918695" y="5205538"/>
              <a:ext cx="227370" cy="209070"/>
            </a:xfrm>
            <a:custGeom>
              <a:avLst/>
              <a:gdLst>
                <a:gd name="csX0" fmla="*/ 146932 w 227370"/>
                <a:gd name="csY0" fmla="*/ 169506 h 209070"/>
                <a:gd name="csX1" fmla="*/ 186255 w 227370"/>
                <a:gd name="csY1" fmla="*/ 206856 h 209070"/>
                <a:gd name="csX2" fmla="*/ 227595 w 227370"/>
                <a:gd name="csY2" fmla="*/ 163584 h 209070"/>
                <a:gd name="csX3" fmla="*/ 227595 w 227370"/>
                <a:gd name="csY3" fmla="*/ 138077 h 209070"/>
                <a:gd name="csX4" fmla="*/ 214992 w 227370"/>
                <a:gd name="csY4" fmla="*/ 138077 h 209070"/>
                <a:gd name="csX5" fmla="*/ 214992 w 227370"/>
                <a:gd name="csY5" fmla="*/ 163584 h 209070"/>
                <a:gd name="csX6" fmla="*/ 196842 w 227370"/>
                <a:gd name="csY6" fmla="*/ 192736 h 209070"/>
                <a:gd name="csX7" fmla="*/ 178189 w 227370"/>
                <a:gd name="csY7" fmla="*/ 169961 h 209070"/>
                <a:gd name="csX8" fmla="*/ 178189 w 227370"/>
                <a:gd name="csY8" fmla="*/ 78863 h 209070"/>
                <a:gd name="csX9" fmla="*/ 160039 w 227370"/>
                <a:gd name="csY9" fmla="*/ 25115 h 209070"/>
                <a:gd name="csX10" fmla="*/ 90971 w 227370"/>
                <a:gd name="csY10" fmla="*/ 63 h 209070"/>
                <a:gd name="csX11" fmla="*/ 14845 w 227370"/>
                <a:gd name="csY11" fmla="*/ 51533 h 209070"/>
                <a:gd name="csX12" fmla="*/ 38036 w 227370"/>
                <a:gd name="csY12" fmla="*/ 72941 h 209070"/>
                <a:gd name="csX13" fmla="*/ 61226 w 227370"/>
                <a:gd name="csY13" fmla="*/ 51989 h 209070"/>
                <a:gd name="csX14" fmla="*/ 35515 w 227370"/>
                <a:gd name="csY14" fmla="*/ 31036 h 209070"/>
                <a:gd name="csX15" fmla="*/ 89963 w 227370"/>
                <a:gd name="csY15" fmla="*/ 10084 h 209070"/>
                <a:gd name="csX16" fmla="*/ 143403 w 227370"/>
                <a:gd name="csY16" fmla="*/ 68387 h 209070"/>
                <a:gd name="csX17" fmla="*/ 143403 w 227370"/>
                <a:gd name="csY17" fmla="*/ 85240 h 209070"/>
                <a:gd name="csX18" fmla="*/ 50639 w 227370"/>
                <a:gd name="csY18" fmla="*/ 101637 h 209070"/>
                <a:gd name="csX19" fmla="*/ 224 w 227370"/>
                <a:gd name="csY19" fmla="*/ 160851 h 209070"/>
                <a:gd name="csX20" fmla="*/ 80888 w 227370"/>
                <a:gd name="csY20" fmla="*/ 209134 h 209070"/>
                <a:gd name="csX21" fmla="*/ 146932 w 227370"/>
                <a:gd name="csY21" fmla="*/ 169506 h 209070"/>
                <a:gd name="csX22" fmla="*/ 143403 w 227370"/>
                <a:gd name="csY22" fmla="*/ 94805 h 209070"/>
                <a:gd name="csX23" fmla="*/ 143403 w 227370"/>
                <a:gd name="csY23" fmla="*/ 140354 h 209070"/>
                <a:gd name="csX24" fmla="*/ 84417 w 227370"/>
                <a:gd name="csY24" fmla="*/ 199113 h 209070"/>
                <a:gd name="csX25" fmla="*/ 39044 w 227370"/>
                <a:gd name="csY25" fmla="*/ 160396 h 209070"/>
                <a:gd name="csX26" fmla="*/ 143403 w 227370"/>
                <a:gd name="csY26" fmla="*/ 94805 h 209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227370" h="209070">
                  <a:moveTo>
                    <a:pt x="146932" y="169506"/>
                  </a:moveTo>
                  <a:cubicBezTo>
                    <a:pt x="148948" y="187725"/>
                    <a:pt x="162560" y="206856"/>
                    <a:pt x="186255" y="206856"/>
                  </a:cubicBezTo>
                  <a:cubicBezTo>
                    <a:pt x="196842" y="206856"/>
                    <a:pt x="227595" y="200479"/>
                    <a:pt x="227595" y="163584"/>
                  </a:cubicBezTo>
                  <a:lnTo>
                    <a:pt x="227595" y="138077"/>
                  </a:lnTo>
                  <a:lnTo>
                    <a:pt x="214992" y="138077"/>
                  </a:lnTo>
                  <a:lnTo>
                    <a:pt x="214992" y="163584"/>
                  </a:lnTo>
                  <a:cubicBezTo>
                    <a:pt x="214992" y="190003"/>
                    <a:pt x="202388" y="192736"/>
                    <a:pt x="196842" y="192736"/>
                  </a:cubicBezTo>
                  <a:cubicBezTo>
                    <a:pt x="180205" y="192736"/>
                    <a:pt x="178189" y="172239"/>
                    <a:pt x="178189" y="169961"/>
                  </a:cubicBezTo>
                  <a:lnTo>
                    <a:pt x="178189" y="78863"/>
                  </a:lnTo>
                  <a:cubicBezTo>
                    <a:pt x="178189" y="59732"/>
                    <a:pt x="178189" y="41968"/>
                    <a:pt x="160039" y="25115"/>
                  </a:cubicBezTo>
                  <a:cubicBezTo>
                    <a:pt x="140378" y="7351"/>
                    <a:pt x="115170" y="63"/>
                    <a:pt x="90971" y="63"/>
                  </a:cubicBezTo>
                  <a:cubicBezTo>
                    <a:pt x="49631" y="63"/>
                    <a:pt x="14845" y="21471"/>
                    <a:pt x="14845" y="51533"/>
                  </a:cubicBezTo>
                  <a:cubicBezTo>
                    <a:pt x="14845" y="65198"/>
                    <a:pt x="24928" y="72941"/>
                    <a:pt x="38036" y="72941"/>
                  </a:cubicBezTo>
                  <a:cubicBezTo>
                    <a:pt x="52152" y="72941"/>
                    <a:pt x="61226" y="63832"/>
                    <a:pt x="61226" y="51989"/>
                  </a:cubicBezTo>
                  <a:cubicBezTo>
                    <a:pt x="61226" y="46523"/>
                    <a:pt x="58706" y="31492"/>
                    <a:pt x="35515" y="31036"/>
                  </a:cubicBezTo>
                  <a:cubicBezTo>
                    <a:pt x="49127" y="15094"/>
                    <a:pt x="73830" y="10084"/>
                    <a:pt x="89963" y="10084"/>
                  </a:cubicBezTo>
                  <a:cubicBezTo>
                    <a:pt x="114666" y="10084"/>
                    <a:pt x="143403" y="27848"/>
                    <a:pt x="143403" y="68387"/>
                  </a:cubicBezTo>
                  <a:lnTo>
                    <a:pt x="143403" y="85240"/>
                  </a:lnTo>
                  <a:cubicBezTo>
                    <a:pt x="117691" y="86606"/>
                    <a:pt x="82401" y="87973"/>
                    <a:pt x="50639" y="101637"/>
                  </a:cubicBezTo>
                  <a:cubicBezTo>
                    <a:pt x="12828" y="117124"/>
                    <a:pt x="224" y="140810"/>
                    <a:pt x="224" y="160851"/>
                  </a:cubicBezTo>
                  <a:cubicBezTo>
                    <a:pt x="224" y="197746"/>
                    <a:pt x="49127" y="209134"/>
                    <a:pt x="80888" y="209134"/>
                  </a:cubicBezTo>
                  <a:cubicBezTo>
                    <a:pt x="114162" y="209134"/>
                    <a:pt x="137353" y="190914"/>
                    <a:pt x="146932" y="169506"/>
                  </a:cubicBezTo>
                  <a:close/>
                  <a:moveTo>
                    <a:pt x="143403" y="94805"/>
                  </a:moveTo>
                  <a:lnTo>
                    <a:pt x="143403" y="140354"/>
                  </a:lnTo>
                  <a:cubicBezTo>
                    <a:pt x="143403" y="183626"/>
                    <a:pt x="107104" y="199113"/>
                    <a:pt x="84417" y="199113"/>
                  </a:cubicBezTo>
                  <a:cubicBezTo>
                    <a:pt x="59714" y="199113"/>
                    <a:pt x="39044" y="183171"/>
                    <a:pt x="39044" y="160396"/>
                  </a:cubicBezTo>
                  <a:cubicBezTo>
                    <a:pt x="39044" y="135344"/>
                    <a:pt x="60218" y="97538"/>
                    <a:pt x="143403" y="94805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52" name="Figura a mano libera 951">
              <a:extLst>
                <a:ext uri="{FF2B5EF4-FFF2-40B4-BE49-F238E27FC236}">
                  <a16:creationId xmlns:a16="http://schemas.microsoft.com/office/drawing/2014/main" id="{1178F9A6-98AB-0C94-F85A-B7AE47BEC29A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4165728" y="5208271"/>
              <a:ext cx="253586" cy="201327"/>
            </a:xfrm>
            <a:custGeom>
              <a:avLst/>
              <a:gdLst>
                <a:gd name="csX0" fmla="*/ 39553 w 253586"/>
                <a:gd name="csY0" fmla="*/ 44701 h 201327"/>
                <a:gd name="csX1" fmla="*/ 39553 w 253586"/>
                <a:gd name="csY1" fmla="*/ 166773 h 201327"/>
                <a:gd name="csX2" fmla="*/ 229 w 253586"/>
                <a:gd name="csY2" fmla="*/ 187270 h 201327"/>
                <a:gd name="csX3" fmla="*/ 229 w 253586"/>
                <a:gd name="csY3" fmla="*/ 201390 h 201327"/>
                <a:gd name="csX4" fmla="*/ 57198 w 253586"/>
                <a:gd name="csY4" fmla="*/ 200024 h 201327"/>
                <a:gd name="csX5" fmla="*/ 113663 w 253586"/>
                <a:gd name="csY5" fmla="*/ 201390 h 201327"/>
                <a:gd name="csX6" fmla="*/ 113663 w 253586"/>
                <a:gd name="csY6" fmla="*/ 187270 h 201327"/>
                <a:gd name="csX7" fmla="*/ 74339 w 253586"/>
                <a:gd name="csY7" fmla="*/ 166773 h 201327"/>
                <a:gd name="csX8" fmla="*/ 74339 w 253586"/>
                <a:gd name="csY8" fmla="*/ 82962 h 201327"/>
                <a:gd name="csX9" fmla="*/ 142399 w 253586"/>
                <a:gd name="csY9" fmla="*/ 10084 h 201327"/>
                <a:gd name="csX10" fmla="*/ 179706 w 253586"/>
                <a:gd name="csY10" fmla="*/ 60643 h 201327"/>
                <a:gd name="csX11" fmla="*/ 179706 w 253586"/>
                <a:gd name="csY11" fmla="*/ 166773 h 201327"/>
                <a:gd name="csX12" fmla="*/ 140383 w 253586"/>
                <a:gd name="csY12" fmla="*/ 187270 h 201327"/>
                <a:gd name="csX13" fmla="*/ 140383 w 253586"/>
                <a:gd name="csY13" fmla="*/ 201390 h 201327"/>
                <a:gd name="csX14" fmla="*/ 197351 w 253586"/>
                <a:gd name="csY14" fmla="*/ 200024 h 201327"/>
                <a:gd name="csX15" fmla="*/ 253816 w 253586"/>
                <a:gd name="csY15" fmla="*/ 201390 h 201327"/>
                <a:gd name="csX16" fmla="*/ 253816 w 253586"/>
                <a:gd name="csY16" fmla="*/ 187270 h 201327"/>
                <a:gd name="csX17" fmla="*/ 214492 w 253586"/>
                <a:gd name="csY17" fmla="*/ 173605 h 201327"/>
                <a:gd name="csX18" fmla="*/ 214492 w 253586"/>
                <a:gd name="csY18" fmla="*/ 86606 h 201327"/>
                <a:gd name="csX19" fmla="*/ 198864 w 253586"/>
                <a:gd name="csY19" fmla="*/ 16916 h 201327"/>
                <a:gd name="csX20" fmla="*/ 145928 w 253586"/>
                <a:gd name="csY20" fmla="*/ 63 h 201327"/>
                <a:gd name="csX21" fmla="*/ 71314 w 253586"/>
                <a:gd name="csY21" fmla="*/ 47889 h 201327"/>
                <a:gd name="csX22" fmla="*/ 71314 w 253586"/>
                <a:gd name="csY22" fmla="*/ 63 h 201327"/>
                <a:gd name="csX23" fmla="*/ 229 w 253586"/>
                <a:gd name="csY23" fmla="*/ 5073 h 201327"/>
                <a:gd name="csX24" fmla="*/ 229 w 253586"/>
                <a:gd name="csY24" fmla="*/ 19193 h 201327"/>
                <a:gd name="csX25" fmla="*/ 39553 w 253586"/>
                <a:gd name="csY25" fmla="*/ 44701 h 2013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53586" h="201327">
                  <a:moveTo>
                    <a:pt x="39553" y="44701"/>
                  </a:moveTo>
                  <a:lnTo>
                    <a:pt x="39553" y="166773"/>
                  </a:lnTo>
                  <a:cubicBezTo>
                    <a:pt x="39553" y="187270"/>
                    <a:pt x="34007" y="187270"/>
                    <a:pt x="229" y="187270"/>
                  </a:cubicBezTo>
                  <a:lnTo>
                    <a:pt x="229" y="201390"/>
                  </a:lnTo>
                  <a:cubicBezTo>
                    <a:pt x="17875" y="200935"/>
                    <a:pt x="43586" y="200024"/>
                    <a:pt x="57198" y="200024"/>
                  </a:cubicBezTo>
                  <a:cubicBezTo>
                    <a:pt x="70306" y="200024"/>
                    <a:pt x="96522" y="200935"/>
                    <a:pt x="113663" y="201390"/>
                  </a:cubicBezTo>
                  <a:lnTo>
                    <a:pt x="113663" y="187270"/>
                  </a:lnTo>
                  <a:cubicBezTo>
                    <a:pt x="79885" y="187270"/>
                    <a:pt x="74339" y="187270"/>
                    <a:pt x="74339" y="166773"/>
                  </a:cubicBezTo>
                  <a:lnTo>
                    <a:pt x="74339" y="82962"/>
                  </a:lnTo>
                  <a:cubicBezTo>
                    <a:pt x="74339" y="35591"/>
                    <a:pt x="110134" y="10084"/>
                    <a:pt x="142399" y="10084"/>
                  </a:cubicBezTo>
                  <a:cubicBezTo>
                    <a:pt x="174161" y="10084"/>
                    <a:pt x="179706" y="34680"/>
                    <a:pt x="179706" y="60643"/>
                  </a:cubicBezTo>
                  <a:lnTo>
                    <a:pt x="179706" y="166773"/>
                  </a:lnTo>
                  <a:cubicBezTo>
                    <a:pt x="179706" y="187270"/>
                    <a:pt x="174161" y="187270"/>
                    <a:pt x="140383" y="187270"/>
                  </a:cubicBezTo>
                  <a:lnTo>
                    <a:pt x="140383" y="201390"/>
                  </a:lnTo>
                  <a:cubicBezTo>
                    <a:pt x="158028" y="200935"/>
                    <a:pt x="183739" y="200024"/>
                    <a:pt x="197351" y="200024"/>
                  </a:cubicBezTo>
                  <a:cubicBezTo>
                    <a:pt x="210459" y="200024"/>
                    <a:pt x="236675" y="200935"/>
                    <a:pt x="253816" y="201390"/>
                  </a:cubicBezTo>
                  <a:lnTo>
                    <a:pt x="253816" y="187270"/>
                  </a:lnTo>
                  <a:cubicBezTo>
                    <a:pt x="227600" y="187270"/>
                    <a:pt x="214997" y="187270"/>
                    <a:pt x="214492" y="173605"/>
                  </a:cubicBezTo>
                  <a:lnTo>
                    <a:pt x="214492" y="86606"/>
                  </a:lnTo>
                  <a:cubicBezTo>
                    <a:pt x="214492" y="47434"/>
                    <a:pt x="214492" y="33314"/>
                    <a:pt x="198864" y="16916"/>
                  </a:cubicBezTo>
                  <a:cubicBezTo>
                    <a:pt x="191806" y="9173"/>
                    <a:pt x="175169" y="63"/>
                    <a:pt x="145928" y="63"/>
                  </a:cubicBezTo>
                  <a:cubicBezTo>
                    <a:pt x="109125" y="63"/>
                    <a:pt x="85430" y="19649"/>
                    <a:pt x="71314" y="47889"/>
                  </a:cubicBezTo>
                  <a:lnTo>
                    <a:pt x="71314" y="63"/>
                  </a:lnTo>
                  <a:lnTo>
                    <a:pt x="229" y="5073"/>
                  </a:lnTo>
                  <a:lnTo>
                    <a:pt x="229" y="19193"/>
                  </a:lnTo>
                  <a:cubicBezTo>
                    <a:pt x="35520" y="19193"/>
                    <a:pt x="39553" y="22382"/>
                    <a:pt x="39553" y="44701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53" name="Figura a mano libera 952">
              <a:extLst>
                <a:ext uri="{FF2B5EF4-FFF2-40B4-BE49-F238E27FC236}">
                  <a16:creationId xmlns:a16="http://schemas.microsoft.com/office/drawing/2014/main" id="{4EFB22DD-97EC-D746-04C6-86DF0621FE43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4425253" y="5129471"/>
              <a:ext cx="157798" cy="285137"/>
            </a:xfrm>
            <a:custGeom>
              <a:avLst/>
              <a:gdLst>
                <a:gd name="csX0" fmla="*/ 77874 w 157798"/>
                <a:gd name="csY0" fmla="*/ 97994 h 285137"/>
                <a:gd name="csX1" fmla="*/ 149967 w 157798"/>
                <a:gd name="csY1" fmla="*/ 97994 h 285137"/>
                <a:gd name="csX2" fmla="*/ 149967 w 157798"/>
                <a:gd name="csY2" fmla="*/ 83873 h 285137"/>
                <a:gd name="csX3" fmla="*/ 77874 w 157798"/>
                <a:gd name="csY3" fmla="*/ 83873 h 285137"/>
                <a:gd name="csX4" fmla="*/ 77874 w 157798"/>
                <a:gd name="csY4" fmla="*/ 63 h 285137"/>
                <a:gd name="csX5" fmla="*/ 65270 w 157798"/>
                <a:gd name="csY5" fmla="*/ 63 h 285137"/>
                <a:gd name="csX6" fmla="*/ 235 w 157798"/>
                <a:gd name="csY6" fmla="*/ 87973 h 285137"/>
                <a:gd name="csX7" fmla="*/ 235 w 157798"/>
                <a:gd name="csY7" fmla="*/ 97994 h 285137"/>
                <a:gd name="csX8" fmla="*/ 43087 w 157798"/>
                <a:gd name="csY8" fmla="*/ 97994 h 285137"/>
                <a:gd name="csX9" fmla="*/ 43087 w 157798"/>
                <a:gd name="csY9" fmla="*/ 223709 h 285137"/>
                <a:gd name="csX10" fmla="*/ 108122 w 157798"/>
                <a:gd name="csY10" fmla="*/ 285201 h 285137"/>
                <a:gd name="csX11" fmla="*/ 158033 w 157798"/>
                <a:gd name="csY11" fmla="*/ 223709 h 285137"/>
                <a:gd name="csX12" fmla="*/ 158033 w 157798"/>
                <a:gd name="csY12" fmla="*/ 197746 h 285137"/>
                <a:gd name="csX13" fmla="*/ 145429 w 157798"/>
                <a:gd name="csY13" fmla="*/ 197746 h 285137"/>
                <a:gd name="csX14" fmla="*/ 145429 w 157798"/>
                <a:gd name="csY14" fmla="*/ 222798 h 285137"/>
                <a:gd name="csX15" fmla="*/ 111651 w 157798"/>
                <a:gd name="csY15" fmla="*/ 273813 h 285137"/>
                <a:gd name="csX16" fmla="*/ 77874 w 157798"/>
                <a:gd name="csY16" fmla="*/ 224620 h 285137"/>
                <a:gd name="csX17" fmla="*/ 77874 w 157798"/>
                <a:gd name="csY17" fmla="*/ 97994 h 285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7798" h="285137">
                  <a:moveTo>
                    <a:pt x="77874" y="97994"/>
                  </a:moveTo>
                  <a:lnTo>
                    <a:pt x="149967" y="97994"/>
                  </a:lnTo>
                  <a:lnTo>
                    <a:pt x="149967" y="83873"/>
                  </a:lnTo>
                  <a:lnTo>
                    <a:pt x="77874" y="83873"/>
                  </a:lnTo>
                  <a:lnTo>
                    <a:pt x="77874" y="63"/>
                  </a:lnTo>
                  <a:lnTo>
                    <a:pt x="65270" y="63"/>
                  </a:lnTo>
                  <a:cubicBezTo>
                    <a:pt x="64766" y="37413"/>
                    <a:pt x="49641" y="86151"/>
                    <a:pt x="235" y="87973"/>
                  </a:cubicBezTo>
                  <a:lnTo>
                    <a:pt x="235" y="97994"/>
                  </a:lnTo>
                  <a:lnTo>
                    <a:pt x="43087" y="97994"/>
                  </a:lnTo>
                  <a:lnTo>
                    <a:pt x="43087" y="223709"/>
                  </a:lnTo>
                  <a:cubicBezTo>
                    <a:pt x="43087" y="279735"/>
                    <a:pt x="89973" y="285201"/>
                    <a:pt x="108122" y="285201"/>
                  </a:cubicBezTo>
                  <a:cubicBezTo>
                    <a:pt x="143917" y="285201"/>
                    <a:pt x="158033" y="252861"/>
                    <a:pt x="158033" y="223709"/>
                  </a:cubicBezTo>
                  <a:lnTo>
                    <a:pt x="158033" y="197746"/>
                  </a:lnTo>
                  <a:lnTo>
                    <a:pt x="145429" y="197746"/>
                  </a:lnTo>
                  <a:lnTo>
                    <a:pt x="145429" y="222798"/>
                  </a:lnTo>
                  <a:cubicBezTo>
                    <a:pt x="145429" y="256505"/>
                    <a:pt x="130305" y="273813"/>
                    <a:pt x="111651" y="273813"/>
                  </a:cubicBezTo>
                  <a:cubicBezTo>
                    <a:pt x="77874" y="273813"/>
                    <a:pt x="77874" y="232364"/>
                    <a:pt x="77874" y="224620"/>
                  </a:cubicBezTo>
                  <a:lnTo>
                    <a:pt x="77874" y="97994"/>
                  </a:ln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54" name="Figura a mano libera 953">
              <a:extLst>
                <a:ext uri="{FF2B5EF4-FFF2-40B4-BE49-F238E27FC236}">
                  <a16:creationId xmlns:a16="http://schemas.microsoft.com/office/drawing/2014/main" id="{F1D31A45-8275-8D04-6348-426EC56C0B02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4628369" y="5104874"/>
              <a:ext cx="107887" cy="304724"/>
            </a:xfrm>
            <a:custGeom>
              <a:avLst/>
              <a:gdLst>
                <a:gd name="csX0" fmla="*/ 72836 w 107887"/>
                <a:gd name="csY0" fmla="*/ 103459 h 304724"/>
                <a:gd name="csX1" fmla="*/ 2255 w 107887"/>
                <a:gd name="csY1" fmla="*/ 108470 h 304724"/>
                <a:gd name="csX2" fmla="*/ 2255 w 107887"/>
                <a:gd name="csY2" fmla="*/ 122590 h 304724"/>
                <a:gd name="csX3" fmla="*/ 39562 w 107887"/>
                <a:gd name="csY3" fmla="*/ 147642 h 304724"/>
                <a:gd name="csX4" fmla="*/ 39562 w 107887"/>
                <a:gd name="csY4" fmla="*/ 270169 h 304724"/>
                <a:gd name="csX5" fmla="*/ 239 w 107887"/>
                <a:gd name="csY5" fmla="*/ 290667 h 304724"/>
                <a:gd name="csX6" fmla="*/ 239 w 107887"/>
                <a:gd name="csY6" fmla="*/ 304787 h 304724"/>
                <a:gd name="csX7" fmla="*/ 55695 w 107887"/>
                <a:gd name="csY7" fmla="*/ 303420 h 304724"/>
                <a:gd name="csX8" fmla="*/ 108126 w 107887"/>
                <a:gd name="csY8" fmla="*/ 304787 h 304724"/>
                <a:gd name="csX9" fmla="*/ 108126 w 107887"/>
                <a:gd name="csY9" fmla="*/ 290667 h 304724"/>
                <a:gd name="csX10" fmla="*/ 72836 w 107887"/>
                <a:gd name="csY10" fmla="*/ 270625 h 304724"/>
                <a:gd name="csX11" fmla="*/ 72836 w 107887"/>
                <a:gd name="csY11" fmla="*/ 103459 h 304724"/>
                <a:gd name="csX12" fmla="*/ 74852 w 107887"/>
                <a:gd name="csY12" fmla="*/ 24204 h 304724"/>
                <a:gd name="csX13" fmla="*/ 48133 w 107887"/>
                <a:gd name="csY13" fmla="*/ 63 h 304724"/>
                <a:gd name="csX14" fmla="*/ 21413 w 107887"/>
                <a:gd name="csY14" fmla="*/ 24204 h 304724"/>
                <a:gd name="csX15" fmla="*/ 48133 w 107887"/>
                <a:gd name="csY15" fmla="*/ 48345 h 304724"/>
                <a:gd name="csX16" fmla="*/ 74852 w 107887"/>
                <a:gd name="csY16" fmla="*/ 24204 h 3047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07887" h="304724">
                  <a:moveTo>
                    <a:pt x="72836" y="103459"/>
                  </a:moveTo>
                  <a:lnTo>
                    <a:pt x="2255" y="108470"/>
                  </a:lnTo>
                  <a:lnTo>
                    <a:pt x="2255" y="122590"/>
                  </a:lnTo>
                  <a:cubicBezTo>
                    <a:pt x="35025" y="122590"/>
                    <a:pt x="39562" y="125323"/>
                    <a:pt x="39562" y="147642"/>
                  </a:cubicBezTo>
                  <a:lnTo>
                    <a:pt x="39562" y="270169"/>
                  </a:lnTo>
                  <a:cubicBezTo>
                    <a:pt x="39562" y="290667"/>
                    <a:pt x="34016" y="290667"/>
                    <a:pt x="239" y="290667"/>
                  </a:cubicBezTo>
                  <a:lnTo>
                    <a:pt x="239" y="304787"/>
                  </a:lnTo>
                  <a:cubicBezTo>
                    <a:pt x="16371" y="304331"/>
                    <a:pt x="43595" y="303420"/>
                    <a:pt x="55695" y="303420"/>
                  </a:cubicBezTo>
                  <a:cubicBezTo>
                    <a:pt x="73340" y="303420"/>
                    <a:pt x="90985" y="304331"/>
                    <a:pt x="108126" y="304787"/>
                  </a:cubicBezTo>
                  <a:lnTo>
                    <a:pt x="108126" y="290667"/>
                  </a:lnTo>
                  <a:cubicBezTo>
                    <a:pt x="74852" y="290667"/>
                    <a:pt x="72836" y="288389"/>
                    <a:pt x="72836" y="270625"/>
                  </a:cubicBezTo>
                  <a:lnTo>
                    <a:pt x="72836" y="103459"/>
                  </a:lnTo>
                  <a:close/>
                  <a:moveTo>
                    <a:pt x="74852" y="24204"/>
                  </a:moveTo>
                  <a:cubicBezTo>
                    <a:pt x="74852" y="9628"/>
                    <a:pt x="62249" y="63"/>
                    <a:pt x="48133" y="63"/>
                  </a:cubicBezTo>
                  <a:cubicBezTo>
                    <a:pt x="32504" y="63"/>
                    <a:pt x="21413" y="12361"/>
                    <a:pt x="21413" y="24204"/>
                  </a:cubicBezTo>
                  <a:cubicBezTo>
                    <a:pt x="21413" y="36502"/>
                    <a:pt x="32504" y="48345"/>
                    <a:pt x="48133" y="48345"/>
                  </a:cubicBezTo>
                  <a:cubicBezTo>
                    <a:pt x="62249" y="48345"/>
                    <a:pt x="74852" y="38780"/>
                    <a:pt x="74852" y="24204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55" name="Figura a mano libera 954">
              <a:extLst>
                <a:ext uri="{FF2B5EF4-FFF2-40B4-BE49-F238E27FC236}">
                  <a16:creationId xmlns:a16="http://schemas.microsoft.com/office/drawing/2014/main" id="{DCAF36B2-F8FD-D279-7737-968A1A7E5457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4929402" y="5129471"/>
              <a:ext cx="157798" cy="285137"/>
            </a:xfrm>
            <a:custGeom>
              <a:avLst/>
              <a:gdLst>
                <a:gd name="csX0" fmla="*/ 77883 w 157798"/>
                <a:gd name="csY0" fmla="*/ 97994 h 285137"/>
                <a:gd name="csX1" fmla="*/ 149977 w 157798"/>
                <a:gd name="csY1" fmla="*/ 97994 h 285137"/>
                <a:gd name="csX2" fmla="*/ 149977 w 157798"/>
                <a:gd name="csY2" fmla="*/ 83873 h 285137"/>
                <a:gd name="csX3" fmla="*/ 77883 w 157798"/>
                <a:gd name="csY3" fmla="*/ 83873 h 285137"/>
                <a:gd name="csX4" fmla="*/ 77883 w 157798"/>
                <a:gd name="csY4" fmla="*/ 63 h 285137"/>
                <a:gd name="csX5" fmla="*/ 65280 w 157798"/>
                <a:gd name="csY5" fmla="*/ 63 h 285137"/>
                <a:gd name="csX6" fmla="*/ 245 w 157798"/>
                <a:gd name="csY6" fmla="*/ 87973 h 285137"/>
                <a:gd name="csX7" fmla="*/ 245 w 157798"/>
                <a:gd name="csY7" fmla="*/ 97994 h 285137"/>
                <a:gd name="csX8" fmla="*/ 43097 w 157798"/>
                <a:gd name="csY8" fmla="*/ 97994 h 285137"/>
                <a:gd name="csX9" fmla="*/ 43097 w 157798"/>
                <a:gd name="csY9" fmla="*/ 223709 h 285137"/>
                <a:gd name="csX10" fmla="*/ 108132 w 157798"/>
                <a:gd name="csY10" fmla="*/ 285201 h 285137"/>
                <a:gd name="csX11" fmla="*/ 158043 w 157798"/>
                <a:gd name="csY11" fmla="*/ 223709 h 285137"/>
                <a:gd name="csX12" fmla="*/ 158043 w 157798"/>
                <a:gd name="csY12" fmla="*/ 197746 h 285137"/>
                <a:gd name="csX13" fmla="*/ 145439 w 157798"/>
                <a:gd name="csY13" fmla="*/ 197746 h 285137"/>
                <a:gd name="csX14" fmla="*/ 145439 w 157798"/>
                <a:gd name="csY14" fmla="*/ 222798 h 285137"/>
                <a:gd name="csX15" fmla="*/ 111661 w 157798"/>
                <a:gd name="csY15" fmla="*/ 273813 h 285137"/>
                <a:gd name="csX16" fmla="*/ 77883 w 157798"/>
                <a:gd name="csY16" fmla="*/ 224620 h 285137"/>
                <a:gd name="csX17" fmla="*/ 77883 w 157798"/>
                <a:gd name="csY17" fmla="*/ 97994 h 285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7798" h="285137">
                  <a:moveTo>
                    <a:pt x="77883" y="97994"/>
                  </a:moveTo>
                  <a:lnTo>
                    <a:pt x="149977" y="97994"/>
                  </a:lnTo>
                  <a:lnTo>
                    <a:pt x="149977" y="83873"/>
                  </a:lnTo>
                  <a:lnTo>
                    <a:pt x="77883" y="83873"/>
                  </a:lnTo>
                  <a:lnTo>
                    <a:pt x="77883" y="63"/>
                  </a:lnTo>
                  <a:lnTo>
                    <a:pt x="65280" y="63"/>
                  </a:lnTo>
                  <a:cubicBezTo>
                    <a:pt x="64776" y="37413"/>
                    <a:pt x="49651" y="86151"/>
                    <a:pt x="245" y="87973"/>
                  </a:cubicBezTo>
                  <a:lnTo>
                    <a:pt x="245" y="97994"/>
                  </a:lnTo>
                  <a:lnTo>
                    <a:pt x="43097" y="97994"/>
                  </a:lnTo>
                  <a:lnTo>
                    <a:pt x="43097" y="223709"/>
                  </a:lnTo>
                  <a:cubicBezTo>
                    <a:pt x="43097" y="279735"/>
                    <a:pt x="89983" y="285201"/>
                    <a:pt x="108132" y="285201"/>
                  </a:cubicBezTo>
                  <a:cubicBezTo>
                    <a:pt x="143927" y="285201"/>
                    <a:pt x="158043" y="252861"/>
                    <a:pt x="158043" y="223709"/>
                  </a:cubicBezTo>
                  <a:lnTo>
                    <a:pt x="158043" y="197746"/>
                  </a:lnTo>
                  <a:lnTo>
                    <a:pt x="145439" y="197746"/>
                  </a:lnTo>
                  <a:lnTo>
                    <a:pt x="145439" y="222798"/>
                  </a:lnTo>
                  <a:cubicBezTo>
                    <a:pt x="145439" y="256505"/>
                    <a:pt x="130315" y="273813"/>
                    <a:pt x="111661" y="273813"/>
                  </a:cubicBezTo>
                  <a:cubicBezTo>
                    <a:pt x="77883" y="273813"/>
                    <a:pt x="77883" y="232364"/>
                    <a:pt x="77883" y="224620"/>
                  </a:cubicBezTo>
                  <a:lnTo>
                    <a:pt x="77883" y="97994"/>
                  </a:ln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56" name="Figura a mano libera 955">
              <a:extLst>
                <a:ext uri="{FF2B5EF4-FFF2-40B4-BE49-F238E27FC236}">
                  <a16:creationId xmlns:a16="http://schemas.microsoft.com/office/drawing/2014/main" id="{6358A3D1-EF8D-99F1-ABA3-006E56315B5A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5129997" y="5205538"/>
              <a:ext cx="223337" cy="209070"/>
            </a:xfrm>
            <a:custGeom>
              <a:avLst/>
              <a:gdLst>
                <a:gd name="csX0" fmla="*/ 223586 w 223337"/>
                <a:gd name="csY0" fmla="*/ 106648 h 209070"/>
                <a:gd name="csX1" fmla="*/ 112169 w 223337"/>
                <a:gd name="csY1" fmla="*/ 63 h 209070"/>
                <a:gd name="csX2" fmla="*/ 249 w 223337"/>
                <a:gd name="csY2" fmla="*/ 106648 h 209070"/>
                <a:gd name="csX3" fmla="*/ 111665 w 223337"/>
                <a:gd name="csY3" fmla="*/ 209134 h 209070"/>
                <a:gd name="csX4" fmla="*/ 223586 w 223337"/>
                <a:gd name="csY4" fmla="*/ 106648 h 209070"/>
                <a:gd name="csX5" fmla="*/ 112169 w 223337"/>
                <a:gd name="csY5" fmla="*/ 197746 h 209070"/>
                <a:gd name="csX6" fmla="*/ 54696 w 223337"/>
                <a:gd name="csY6" fmla="*/ 167228 h 209070"/>
                <a:gd name="csX7" fmla="*/ 42093 w 223337"/>
                <a:gd name="csY7" fmla="*/ 103004 h 209070"/>
                <a:gd name="csX8" fmla="*/ 54192 w 223337"/>
                <a:gd name="csY8" fmla="*/ 40602 h 209070"/>
                <a:gd name="csX9" fmla="*/ 111665 w 223337"/>
                <a:gd name="csY9" fmla="*/ 10084 h 209070"/>
                <a:gd name="csX10" fmla="*/ 168634 w 223337"/>
                <a:gd name="csY10" fmla="*/ 39691 h 209070"/>
                <a:gd name="csX11" fmla="*/ 181742 w 223337"/>
                <a:gd name="csY11" fmla="*/ 103004 h 209070"/>
                <a:gd name="csX12" fmla="*/ 170651 w 223337"/>
                <a:gd name="csY12" fmla="*/ 164040 h 209070"/>
                <a:gd name="csX13" fmla="*/ 112169 w 223337"/>
                <a:gd name="csY13" fmla="*/ 197746 h 209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23337" h="209070">
                  <a:moveTo>
                    <a:pt x="223586" y="106648"/>
                  </a:moveTo>
                  <a:cubicBezTo>
                    <a:pt x="223586" y="48345"/>
                    <a:pt x="173171" y="63"/>
                    <a:pt x="112169" y="63"/>
                  </a:cubicBezTo>
                  <a:cubicBezTo>
                    <a:pt x="49151" y="63"/>
                    <a:pt x="249" y="49711"/>
                    <a:pt x="249" y="106648"/>
                  </a:cubicBezTo>
                  <a:cubicBezTo>
                    <a:pt x="249" y="165406"/>
                    <a:pt x="52680" y="209134"/>
                    <a:pt x="111665" y="209134"/>
                  </a:cubicBezTo>
                  <a:cubicBezTo>
                    <a:pt x="172667" y="209134"/>
                    <a:pt x="223586" y="164495"/>
                    <a:pt x="223586" y="106648"/>
                  </a:cubicBezTo>
                  <a:close/>
                  <a:moveTo>
                    <a:pt x="112169" y="197746"/>
                  </a:moveTo>
                  <a:cubicBezTo>
                    <a:pt x="90491" y="197746"/>
                    <a:pt x="68308" y="188181"/>
                    <a:pt x="54696" y="167228"/>
                  </a:cubicBezTo>
                  <a:cubicBezTo>
                    <a:pt x="42093" y="147187"/>
                    <a:pt x="42093" y="119402"/>
                    <a:pt x="42093" y="103004"/>
                  </a:cubicBezTo>
                  <a:cubicBezTo>
                    <a:pt x="42093" y="85240"/>
                    <a:pt x="42093" y="60643"/>
                    <a:pt x="54192" y="40602"/>
                  </a:cubicBezTo>
                  <a:cubicBezTo>
                    <a:pt x="67804" y="19649"/>
                    <a:pt x="91499" y="10084"/>
                    <a:pt x="111665" y="10084"/>
                  </a:cubicBezTo>
                  <a:cubicBezTo>
                    <a:pt x="133848" y="10084"/>
                    <a:pt x="155526" y="20104"/>
                    <a:pt x="168634" y="39691"/>
                  </a:cubicBezTo>
                  <a:cubicBezTo>
                    <a:pt x="181742" y="59277"/>
                    <a:pt x="181742" y="85695"/>
                    <a:pt x="181742" y="103004"/>
                  </a:cubicBezTo>
                  <a:cubicBezTo>
                    <a:pt x="181742" y="119402"/>
                    <a:pt x="181742" y="143998"/>
                    <a:pt x="170651" y="164040"/>
                  </a:cubicBezTo>
                  <a:cubicBezTo>
                    <a:pt x="159559" y="184537"/>
                    <a:pt x="137377" y="197746"/>
                    <a:pt x="112169" y="197746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57" name="Figura a mano libera 956">
              <a:extLst>
                <a:ext uri="{FF2B5EF4-FFF2-40B4-BE49-F238E27FC236}">
                  <a16:creationId xmlns:a16="http://schemas.microsoft.com/office/drawing/2014/main" id="{C47CC3F3-4186-EBBA-C3DD-8307B5EDD50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5377535" y="5129471"/>
              <a:ext cx="157798" cy="285137"/>
            </a:xfrm>
            <a:custGeom>
              <a:avLst/>
              <a:gdLst>
                <a:gd name="csX0" fmla="*/ 77892 w 157798"/>
                <a:gd name="csY0" fmla="*/ 97994 h 285137"/>
                <a:gd name="csX1" fmla="*/ 149985 w 157798"/>
                <a:gd name="csY1" fmla="*/ 97994 h 285137"/>
                <a:gd name="csX2" fmla="*/ 149985 w 157798"/>
                <a:gd name="csY2" fmla="*/ 83873 h 285137"/>
                <a:gd name="csX3" fmla="*/ 77892 w 157798"/>
                <a:gd name="csY3" fmla="*/ 83873 h 285137"/>
                <a:gd name="csX4" fmla="*/ 77892 w 157798"/>
                <a:gd name="csY4" fmla="*/ 63 h 285137"/>
                <a:gd name="csX5" fmla="*/ 65289 w 157798"/>
                <a:gd name="csY5" fmla="*/ 63 h 285137"/>
                <a:gd name="csX6" fmla="*/ 253 w 157798"/>
                <a:gd name="csY6" fmla="*/ 87973 h 285137"/>
                <a:gd name="csX7" fmla="*/ 253 w 157798"/>
                <a:gd name="csY7" fmla="*/ 97994 h 285137"/>
                <a:gd name="csX8" fmla="*/ 43106 w 157798"/>
                <a:gd name="csY8" fmla="*/ 97994 h 285137"/>
                <a:gd name="csX9" fmla="*/ 43106 w 157798"/>
                <a:gd name="csY9" fmla="*/ 223709 h 285137"/>
                <a:gd name="csX10" fmla="*/ 108141 w 157798"/>
                <a:gd name="csY10" fmla="*/ 285201 h 285137"/>
                <a:gd name="csX11" fmla="*/ 158052 w 157798"/>
                <a:gd name="csY11" fmla="*/ 223709 h 285137"/>
                <a:gd name="csX12" fmla="*/ 158052 w 157798"/>
                <a:gd name="csY12" fmla="*/ 197746 h 285137"/>
                <a:gd name="csX13" fmla="*/ 145448 w 157798"/>
                <a:gd name="csY13" fmla="*/ 197746 h 285137"/>
                <a:gd name="csX14" fmla="*/ 145448 w 157798"/>
                <a:gd name="csY14" fmla="*/ 222798 h 285137"/>
                <a:gd name="csX15" fmla="*/ 111670 w 157798"/>
                <a:gd name="csY15" fmla="*/ 273813 h 285137"/>
                <a:gd name="csX16" fmla="*/ 77892 w 157798"/>
                <a:gd name="csY16" fmla="*/ 224620 h 285137"/>
                <a:gd name="csX17" fmla="*/ 77892 w 157798"/>
                <a:gd name="csY17" fmla="*/ 97994 h 2851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7798" h="285137">
                  <a:moveTo>
                    <a:pt x="77892" y="97994"/>
                  </a:moveTo>
                  <a:lnTo>
                    <a:pt x="149985" y="97994"/>
                  </a:lnTo>
                  <a:lnTo>
                    <a:pt x="149985" y="83873"/>
                  </a:lnTo>
                  <a:lnTo>
                    <a:pt x="77892" y="83873"/>
                  </a:lnTo>
                  <a:lnTo>
                    <a:pt x="77892" y="63"/>
                  </a:lnTo>
                  <a:lnTo>
                    <a:pt x="65289" y="63"/>
                  </a:lnTo>
                  <a:cubicBezTo>
                    <a:pt x="64784" y="37413"/>
                    <a:pt x="49660" y="86151"/>
                    <a:pt x="253" y="87973"/>
                  </a:cubicBezTo>
                  <a:lnTo>
                    <a:pt x="253" y="97994"/>
                  </a:lnTo>
                  <a:lnTo>
                    <a:pt x="43106" y="97994"/>
                  </a:lnTo>
                  <a:lnTo>
                    <a:pt x="43106" y="223709"/>
                  </a:lnTo>
                  <a:cubicBezTo>
                    <a:pt x="43106" y="279735"/>
                    <a:pt x="89992" y="285201"/>
                    <a:pt x="108141" y="285201"/>
                  </a:cubicBezTo>
                  <a:cubicBezTo>
                    <a:pt x="143936" y="285201"/>
                    <a:pt x="158052" y="252861"/>
                    <a:pt x="158052" y="223709"/>
                  </a:cubicBezTo>
                  <a:lnTo>
                    <a:pt x="158052" y="197746"/>
                  </a:lnTo>
                  <a:lnTo>
                    <a:pt x="145448" y="197746"/>
                  </a:lnTo>
                  <a:lnTo>
                    <a:pt x="145448" y="222798"/>
                  </a:lnTo>
                  <a:cubicBezTo>
                    <a:pt x="145448" y="256505"/>
                    <a:pt x="130324" y="273813"/>
                    <a:pt x="111670" y="273813"/>
                  </a:cubicBezTo>
                  <a:cubicBezTo>
                    <a:pt x="77892" y="273813"/>
                    <a:pt x="77892" y="232364"/>
                    <a:pt x="77892" y="224620"/>
                  </a:cubicBezTo>
                  <a:lnTo>
                    <a:pt x="77892" y="97994"/>
                  </a:ln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58" name="Figura a mano libera 957">
              <a:extLst>
                <a:ext uri="{FF2B5EF4-FFF2-40B4-BE49-F238E27FC236}">
                  <a16:creationId xmlns:a16="http://schemas.microsoft.com/office/drawing/2014/main" id="{8C51CBD6-8EE5-C36D-6555-9F1F50E0599E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5585189" y="5205538"/>
              <a:ext cx="227370" cy="209070"/>
            </a:xfrm>
            <a:custGeom>
              <a:avLst/>
              <a:gdLst>
                <a:gd name="csX0" fmla="*/ 146964 w 227370"/>
                <a:gd name="csY0" fmla="*/ 169506 h 209070"/>
                <a:gd name="csX1" fmla="*/ 186288 w 227370"/>
                <a:gd name="csY1" fmla="*/ 206856 h 209070"/>
                <a:gd name="csX2" fmla="*/ 227628 w 227370"/>
                <a:gd name="csY2" fmla="*/ 163584 h 209070"/>
                <a:gd name="csX3" fmla="*/ 227628 w 227370"/>
                <a:gd name="csY3" fmla="*/ 138077 h 209070"/>
                <a:gd name="csX4" fmla="*/ 215024 w 227370"/>
                <a:gd name="csY4" fmla="*/ 138077 h 209070"/>
                <a:gd name="csX5" fmla="*/ 215024 w 227370"/>
                <a:gd name="csY5" fmla="*/ 163584 h 209070"/>
                <a:gd name="csX6" fmla="*/ 196875 w 227370"/>
                <a:gd name="csY6" fmla="*/ 192736 h 209070"/>
                <a:gd name="csX7" fmla="*/ 178222 w 227370"/>
                <a:gd name="csY7" fmla="*/ 169961 h 209070"/>
                <a:gd name="csX8" fmla="*/ 178222 w 227370"/>
                <a:gd name="csY8" fmla="*/ 78863 h 209070"/>
                <a:gd name="csX9" fmla="*/ 160072 w 227370"/>
                <a:gd name="csY9" fmla="*/ 25115 h 209070"/>
                <a:gd name="csX10" fmla="*/ 91004 w 227370"/>
                <a:gd name="csY10" fmla="*/ 63 h 209070"/>
                <a:gd name="csX11" fmla="*/ 14878 w 227370"/>
                <a:gd name="csY11" fmla="*/ 51533 h 209070"/>
                <a:gd name="csX12" fmla="*/ 38068 w 227370"/>
                <a:gd name="csY12" fmla="*/ 72941 h 209070"/>
                <a:gd name="csX13" fmla="*/ 61259 w 227370"/>
                <a:gd name="csY13" fmla="*/ 51989 h 209070"/>
                <a:gd name="csX14" fmla="*/ 35548 w 227370"/>
                <a:gd name="csY14" fmla="*/ 31036 h 209070"/>
                <a:gd name="csX15" fmla="*/ 89996 w 227370"/>
                <a:gd name="csY15" fmla="*/ 10084 h 209070"/>
                <a:gd name="csX16" fmla="*/ 143435 w 227370"/>
                <a:gd name="csY16" fmla="*/ 68387 h 209070"/>
                <a:gd name="csX17" fmla="*/ 143435 w 227370"/>
                <a:gd name="csY17" fmla="*/ 85240 h 209070"/>
                <a:gd name="csX18" fmla="*/ 50672 w 227370"/>
                <a:gd name="csY18" fmla="*/ 101637 h 209070"/>
                <a:gd name="csX19" fmla="*/ 257 w 227370"/>
                <a:gd name="csY19" fmla="*/ 160851 h 209070"/>
                <a:gd name="csX20" fmla="*/ 80921 w 227370"/>
                <a:gd name="csY20" fmla="*/ 209134 h 209070"/>
                <a:gd name="csX21" fmla="*/ 146964 w 227370"/>
                <a:gd name="csY21" fmla="*/ 169506 h 209070"/>
                <a:gd name="csX22" fmla="*/ 143435 w 227370"/>
                <a:gd name="csY22" fmla="*/ 94805 h 209070"/>
                <a:gd name="csX23" fmla="*/ 143435 w 227370"/>
                <a:gd name="csY23" fmla="*/ 140354 h 209070"/>
                <a:gd name="csX24" fmla="*/ 84450 w 227370"/>
                <a:gd name="csY24" fmla="*/ 199113 h 209070"/>
                <a:gd name="csX25" fmla="*/ 39077 w 227370"/>
                <a:gd name="csY25" fmla="*/ 160396 h 209070"/>
                <a:gd name="csX26" fmla="*/ 143435 w 227370"/>
                <a:gd name="csY26" fmla="*/ 94805 h 2090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227370" h="209070">
                  <a:moveTo>
                    <a:pt x="146964" y="169506"/>
                  </a:moveTo>
                  <a:cubicBezTo>
                    <a:pt x="148981" y="187725"/>
                    <a:pt x="162593" y="206856"/>
                    <a:pt x="186288" y="206856"/>
                  </a:cubicBezTo>
                  <a:cubicBezTo>
                    <a:pt x="196875" y="206856"/>
                    <a:pt x="227628" y="200479"/>
                    <a:pt x="227628" y="163584"/>
                  </a:cubicBezTo>
                  <a:lnTo>
                    <a:pt x="227628" y="138077"/>
                  </a:lnTo>
                  <a:lnTo>
                    <a:pt x="215024" y="138077"/>
                  </a:lnTo>
                  <a:lnTo>
                    <a:pt x="215024" y="163584"/>
                  </a:lnTo>
                  <a:cubicBezTo>
                    <a:pt x="215024" y="190003"/>
                    <a:pt x="202421" y="192736"/>
                    <a:pt x="196875" y="192736"/>
                  </a:cubicBezTo>
                  <a:cubicBezTo>
                    <a:pt x="180238" y="192736"/>
                    <a:pt x="178222" y="172239"/>
                    <a:pt x="178222" y="169961"/>
                  </a:cubicBezTo>
                  <a:lnTo>
                    <a:pt x="178222" y="78863"/>
                  </a:lnTo>
                  <a:cubicBezTo>
                    <a:pt x="178222" y="59732"/>
                    <a:pt x="178222" y="41968"/>
                    <a:pt x="160072" y="25115"/>
                  </a:cubicBezTo>
                  <a:cubicBezTo>
                    <a:pt x="140411" y="7351"/>
                    <a:pt x="115203" y="63"/>
                    <a:pt x="91004" y="63"/>
                  </a:cubicBezTo>
                  <a:cubicBezTo>
                    <a:pt x="49664" y="63"/>
                    <a:pt x="14878" y="21471"/>
                    <a:pt x="14878" y="51533"/>
                  </a:cubicBezTo>
                  <a:cubicBezTo>
                    <a:pt x="14878" y="65198"/>
                    <a:pt x="24961" y="72941"/>
                    <a:pt x="38068" y="72941"/>
                  </a:cubicBezTo>
                  <a:cubicBezTo>
                    <a:pt x="52185" y="72941"/>
                    <a:pt x="61259" y="63832"/>
                    <a:pt x="61259" y="51989"/>
                  </a:cubicBezTo>
                  <a:cubicBezTo>
                    <a:pt x="61259" y="46523"/>
                    <a:pt x="58739" y="31492"/>
                    <a:pt x="35548" y="31036"/>
                  </a:cubicBezTo>
                  <a:cubicBezTo>
                    <a:pt x="49160" y="15094"/>
                    <a:pt x="73863" y="10084"/>
                    <a:pt x="89996" y="10084"/>
                  </a:cubicBezTo>
                  <a:cubicBezTo>
                    <a:pt x="114699" y="10084"/>
                    <a:pt x="143435" y="27848"/>
                    <a:pt x="143435" y="68387"/>
                  </a:cubicBezTo>
                  <a:lnTo>
                    <a:pt x="143435" y="85240"/>
                  </a:lnTo>
                  <a:cubicBezTo>
                    <a:pt x="117724" y="86606"/>
                    <a:pt x="82433" y="87973"/>
                    <a:pt x="50672" y="101637"/>
                  </a:cubicBezTo>
                  <a:cubicBezTo>
                    <a:pt x="12861" y="117124"/>
                    <a:pt x="257" y="140810"/>
                    <a:pt x="257" y="160851"/>
                  </a:cubicBezTo>
                  <a:cubicBezTo>
                    <a:pt x="257" y="197746"/>
                    <a:pt x="49160" y="209134"/>
                    <a:pt x="80921" y="209134"/>
                  </a:cubicBezTo>
                  <a:cubicBezTo>
                    <a:pt x="114195" y="209134"/>
                    <a:pt x="137386" y="190914"/>
                    <a:pt x="146964" y="169506"/>
                  </a:cubicBezTo>
                  <a:close/>
                  <a:moveTo>
                    <a:pt x="143435" y="94805"/>
                  </a:moveTo>
                  <a:lnTo>
                    <a:pt x="143435" y="140354"/>
                  </a:lnTo>
                  <a:cubicBezTo>
                    <a:pt x="143435" y="183626"/>
                    <a:pt x="107137" y="199113"/>
                    <a:pt x="84450" y="199113"/>
                  </a:cubicBezTo>
                  <a:cubicBezTo>
                    <a:pt x="59747" y="199113"/>
                    <a:pt x="39077" y="183171"/>
                    <a:pt x="39077" y="160396"/>
                  </a:cubicBezTo>
                  <a:cubicBezTo>
                    <a:pt x="39077" y="135344"/>
                    <a:pt x="60251" y="97538"/>
                    <a:pt x="143435" y="94805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59" name="Figura a mano libera 958">
              <a:extLst>
                <a:ext uri="{FF2B5EF4-FFF2-40B4-BE49-F238E27FC236}">
                  <a16:creationId xmlns:a16="http://schemas.microsoft.com/office/drawing/2014/main" id="{F0E7863D-C4F1-E221-F211-68C1D697D834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5832726" y="5093487"/>
              <a:ext cx="111920" cy="316111"/>
            </a:xfrm>
            <a:custGeom>
              <a:avLst/>
              <a:gdLst>
                <a:gd name="csX0" fmla="*/ 72860 w 111920"/>
                <a:gd name="csY0" fmla="*/ 63 h 316111"/>
                <a:gd name="csX1" fmla="*/ 262 w 111920"/>
                <a:gd name="csY1" fmla="*/ 5073 h 316111"/>
                <a:gd name="csX2" fmla="*/ 262 w 111920"/>
                <a:gd name="csY2" fmla="*/ 19193 h 316111"/>
                <a:gd name="csX3" fmla="*/ 39586 w 111920"/>
                <a:gd name="csY3" fmla="*/ 44701 h 316111"/>
                <a:gd name="csX4" fmla="*/ 39586 w 111920"/>
                <a:gd name="csY4" fmla="*/ 281557 h 316111"/>
                <a:gd name="csX5" fmla="*/ 262 w 111920"/>
                <a:gd name="csY5" fmla="*/ 302054 h 316111"/>
                <a:gd name="csX6" fmla="*/ 262 w 111920"/>
                <a:gd name="csY6" fmla="*/ 316174 h 316111"/>
                <a:gd name="csX7" fmla="*/ 56223 w 111920"/>
                <a:gd name="csY7" fmla="*/ 314808 h 316111"/>
                <a:gd name="csX8" fmla="*/ 112183 w 111920"/>
                <a:gd name="csY8" fmla="*/ 316174 h 316111"/>
                <a:gd name="csX9" fmla="*/ 112183 w 111920"/>
                <a:gd name="csY9" fmla="*/ 302054 h 316111"/>
                <a:gd name="csX10" fmla="*/ 72860 w 111920"/>
                <a:gd name="csY10" fmla="*/ 281557 h 316111"/>
                <a:gd name="csX11" fmla="*/ 72860 w 111920"/>
                <a:gd name="csY11" fmla="*/ 63 h 3161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11920" h="316111">
                  <a:moveTo>
                    <a:pt x="72860" y="63"/>
                  </a:moveTo>
                  <a:lnTo>
                    <a:pt x="262" y="5073"/>
                  </a:lnTo>
                  <a:lnTo>
                    <a:pt x="262" y="19193"/>
                  </a:lnTo>
                  <a:cubicBezTo>
                    <a:pt x="35553" y="19193"/>
                    <a:pt x="39586" y="22382"/>
                    <a:pt x="39586" y="44701"/>
                  </a:cubicBezTo>
                  <a:lnTo>
                    <a:pt x="39586" y="281557"/>
                  </a:lnTo>
                  <a:cubicBezTo>
                    <a:pt x="39586" y="302054"/>
                    <a:pt x="34040" y="302054"/>
                    <a:pt x="262" y="302054"/>
                  </a:cubicBezTo>
                  <a:lnTo>
                    <a:pt x="262" y="316174"/>
                  </a:lnTo>
                  <a:cubicBezTo>
                    <a:pt x="16899" y="315719"/>
                    <a:pt x="43619" y="314808"/>
                    <a:pt x="56223" y="314808"/>
                  </a:cubicBezTo>
                  <a:cubicBezTo>
                    <a:pt x="68826" y="314808"/>
                    <a:pt x="93530" y="315719"/>
                    <a:pt x="112183" y="316174"/>
                  </a:cubicBezTo>
                  <a:lnTo>
                    <a:pt x="112183" y="302054"/>
                  </a:lnTo>
                  <a:cubicBezTo>
                    <a:pt x="78405" y="302054"/>
                    <a:pt x="72860" y="302054"/>
                    <a:pt x="72860" y="281557"/>
                  </a:cubicBezTo>
                  <a:lnTo>
                    <a:pt x="72860" y="63"/>
                  </a:ln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60" name="Figura a mano libera 959">
              <a:extLst>
                <a:ext uri="{FF2B5EF4-FFF2-40B4-BE49-F238E27FC236}">
                  <a16:creationId xmlns:a16="http://schemas.microsoft.com/office/drawing/2014/main" id="{A04695EA-CCBE-4F73-9119-1E1910349566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5972768" y="5104874"/>
              <a:ext cx="107887" cy="304724"/>
            </a:xfrm>
            <a:custGeom>
              <a:avLst/>
              <a:gdLst>
                <a:gd name="csX0" fmla="*/ 72862 w 107887"/>
                <a:gd name="csY0" fmla="*/ 103459 h 304724"/>
                <a:gd name="csX1" fmla="*/ 2282 w 107887"/>
                <a:gd name="csY1" fmla="*/ 108470 h 304724"/>
                <a:gd name="csX2" fmla="*/ 2282 w 107887"/>
                <a:gd name="csY2" fmla="*/ 122590 h 304724"/>
                <a:gd name="csX3" fmla="*/ 39589 w 107887"/>
                <a:gd name="csY3" fmla="*/ 147642 h 304724"/>
                <a:gd name="csX4" fmla="*/ 39589 w 107887"/>
                <a:gd name="csY4" fmla="*/ 270169 h 304724"/>
                <a:gd name="csX5" fmla="*/ 265 w 107887"/>
                <a:gd name="csY5" fmla="*/ 290667 h 304724"/>
                <a:gd name="csX6" fmla="*/ 265 w 107887"/>
                <a:gd name="csY6" fmla="*/ 304787 h 304724"/>
                <a:gd name="csX7" fmla="*/ 55721 w 107887"/>
                <a:gd name="csY7" fmla="*/ 303420 h 304724"/>
                <a:gd name="csX8" fmla="*/ 108153 w 107887"/>
                <a:gd name="csY8" fmla="*/ 304787 h 304724"/>
                <a:gd name="csX9" fmla="*/ 108153 w 107887"/>
                <a:gd name="csY9" fmla="*/ 290667 h 304724"/>
                <a:gd name="csX10" fmla="*/ 72862 w 107887"/>
                <a:gd name="csY10" fmla="*/ 270625 h 304724"/>
                <a:gd name="csX11" fmla="*/ 72862 w 107887"/>
                <a:gd name="csY11" fmla="*/ 103459 h 304724"/>
                <a:gd name="csX12" fmla="*/ 74879 w 107887"/>
                <a:gd name="csY12" fmla="*/ 24204 h 304724"/>
                <a:gd name="csX13" fmla="*/ 48159 w 107887"/>
                <a:gd name="csY13" fmla="*/ 63 h 304724"/>
                <a:gd name="csX14" fmla="*/ 21439 w 107887"/>
                <a:gd name="csY14" fmla="*/ 24204 h 304724"/>
                <a:gd name="csX15" fmla="*/ 48159 w 107887"/>
                <a:gd name="csY15" fmla="*/ 48345 h 304724"/>
                <a:gd name="csX16" fmla="*/ 74879 w 107887"/>
                <a:gd name="csY16" fmla="*/ 24204 h 3047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07887" h="304724">
                  <a:moveTo>
                    <a:pt x="72862" y="103459"/>
                  </a:moveTo>
                  <a:lnTo>
                    <a:pt x="2282" y="108470"/>
                  </a:lnTo>
                  <a:lnTo>
                    <a:pt x="2282" y="122590"/>
                  </a:lnTo>
                  <a:cubicBezTo>
                    <a:pt x="35051" y="122590"/>
                    <a:pt x="39589" y="125323"/>
                    <a:pt x="39589" y="147642"/>
                  </a:cubicBezTo>
                  <a:lnTo>
                    <a:pt x="39589" y="270169"/>
                  </a:lnTo>
                  <a:cubicBezTo>
                    <a:pt x="39589" y="290667"/>
                    <a:pt x="34043" y="290667"/>
                    <a:pt x="265" y="290667"/>
                  </a:cubicBezTo>
                  <a:lnTo>
                    <a:pt x="265" y="304787"/>
                  </a:lnTo>
                  <a:cubicBezTo>
                    <a:pt x="16398" y="304331"/>
                    <a:pt x="43622" y="303420"/>
                    <a:pt x="55721" y="303420"/>
                  </a:cubicBezTo>
                  <a:cubicBezTo>
                    <a:pt x="73367" y="303420"/>
                    <a:pt x="91012" y="304331"/>
                    <a:pt x="108153" y="304787"/>
                  </a:cubicBezTo>
                  <a:lnTo>
                    <a:pt x="108153" y="290667"/>
                  </a:lnTo>
                  <a:cubicBezTo>
                    <a:pt x="74879" y="290667"/>
                    <a:pt x="72862" y="288389"/>
                    <a:pt x="72862" y="270625"/>
                  </a:cubicBezTo>
                  <a:lnTo>
                    <a:pt x="72862" y="103459"/>
                  </a:lnTo>
                  <a:close/>
                  <a:moveTo>
                    <a:pt x="74879" y="24204"/>
                  </a:moveTo>
                  <a:cubicBezTo>
                    <a:pt x="74879" y="9628"/>
                    <a:pt x="62275" y="63"/>
                    <a:pt x="48159" y="63"/>
                  </a:cubicBezTo>
                  <a:cubicBezTo>
                    <a:pt x="32531" y="63"/>
                    <a:pt x="21439" y="12361"/>
                    <a:pt x="21439" y="24204"/>
                  </a:cubicBezTo>
                  <a:cubicBezTo>
                    <a:pt x="21439" y="36502"/>
                    <a:pt x="32531" y="48345"/>
                    <a:pt x="48159" y="48345"/>
                  </a:cubicBezTo>
                  <a:cubicBezTo>
                    <a:pt x="62275" y="48345"/>
                    <a:pt x="74879" y="38780"/>
                    <a:pt x="74879" y="24204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61" name="Figura a mano libera 960">
              <a:extLst>
                <a:ext uri="{FF2B5EF4-FFF2-40B4-BE49-F238E27FC236}">
                  <a16:creationId xmlns:a16="http://schemas.microsoft.com/office/drawing/2014/main" id="{17E5F857-B70A-B1D1-C1D4-E68765CBC71F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6314132" y="5067980"/>
              <a:ext cx="116962" cy="455491"/>
            </a:xfrm>
            <a:custGeom>
              <a:avLst/>
              <a:gdLst>
                <a:gd name="csX0" fmla="*/ 117234 w 116962"/>
                <a:gd name="csY0" fmla="*/ 451000 h 455491"/>
                <a:gd name="csX1" fmla="*/ 108663 w 116962"/>
                <a:gd name="csY1" fmla="*/ 440979 h 455491"/>
                <a:gd name="csX2" fmla="*/ 29512 w 116962"/>
                <a:gd name="csY2" fmla="*/ 227809 h 455491"/>
                <a:gd name="csX3" fmla="*/ 110680 w 116962"/>
                <a:gd name="csY3" fmla="*/ 12361 h 455491"/>
                <a:gd name="csX4" fmla="*/ 117234 w 116962"/>
                <a:gd name="csY4" fmla="*/ 4618 h 455491"/>
                <a:gd name="csX5" fmla="*/ 112192 w 116962"/>
                <a:gd name="csY5" fmla="*/ 63 h 455491"/>
                <a:gd name="csX6" fmla="*/ 32033 w 116962"/>
                <a:gd name="csY6" fmla="*/ 88884 h 455491"/>
                <a:gd name="csX7" fmla="*/ 271 w 116962"/>
                <a:gd name="csY7" fmla="*/ 227809 h 455491"/>
                <a:gd name="csX8" fmla="*/ 33545 w 116962"/>
                <a:gd name="csY8" fmla="*/ 369922 h 455491"/>
                <a:gd name="csX9" fmla="*/ 112192 w 116962"/>
                <a:gd name="csY9" fmla="*/ 455555 h 455491"/>
                <a:gd name="csX10" fmla="*/ 117234 w 116962"/>
                <a:gd name="csY10" fmla="*/ 451000 h 4554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6962" h="455491">
                  <a:moveTo>
                    <a:pt x="117234" y="451000"/>
                  </a:moveTo>
                  <a:cubicBezTo>
                    <a:pt x="117234" y="449633"/>
                    <a:pt x="117234" y="448722"/>
                    <a:pt x="108663" y="440979"/>
                  </a:cubicBezTo>
                  <a:cubicBezTo>
                    <a:pt x="45645" y="383587"/>
                    <a:pt x="29512" y="297499"/>
                    <a:pt x="29512" y="227809"/>
                  </a:cubicBezTo>
                  <a:cubicBezTo>
                    <a:pt x="29512" y="148553"/>
                    <a:pt x="48669" y="69298"/>
                    <a:pt x="110680" y="12361"/>
                  </a:cubicBezTo>
                  <a:cubicBezTo>
                    <a:pt x="117234" y="6895"/>
                    <a:pt x="117234" y="5984"/>
                    <a:pt x="117234" y="4618"/>
                  </a:cubicBezTo>
                  <a:cubicBezTo>
                    <a:pt x="117234" y="1429"/>
                    <a:pt x="115217" y="63"/>
                    <a:pt x="112192" y="63"/>
                  </a:cubicBezTo>
                  <a:cubicBezTo>
                    <a:pt x="107151" y="63"/>
                    <a:pt x="61777" y="31036"/>
                    <a:pt x="32033" y="88884"/>
                  </a:cubicBezTo>
                  <a:cubicBezTo>
                    <a:pt x="6321" y="138988"/>
                    <a:pt x="271" y="189547"/>
                    <a:pt x="271" y="227809"/>
                  </a:cubicBezTo>
                  <a:cubicBezTo>
                    <a:pt x="271" y="263337"/>
                    <a:pt x="5817" y="318452"/>
                    <a:pt x="33545" y="369922"/>
                  </a:cubicBezTo>
                  <a:cubicBezTo>
                    <a:pt x="63794" y="425948"/>
                    <a:pt x="107151" y="455555"/>
                    <a:pt x="112192" y="455555"/>
                  </a:cubicBezTo>
                  <a:cubicBezTo>
                    <a:pt x="115217" y="455555"/>
                    <a:pt x="117234" y="454188"/>
                    <a:pt x="117234" y="451000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62" name="Figura a mano libera 961">
              <a:extLst>
                <a:ext uri="{FF2B5EF4-FFF2-40B4-BE49-F238E27FC236}">
                  <a16:creationId xmlns:a16="http://schemas.microsoft.com/office/drawing/2014/main" id="{B54DD21A-164E-E660-B169-6E30F2E2D92D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6471875" y="5124461"/>
              <a:ext cx="154773" cy="290148"/>
            </a:xfrm>
            <a:custGeom>
              <a:avLst/>
              <a:gdLst>
                <a:gd name="csX0" fmla="*/ 92534 w 154773"/>
                <a:gd name="csY0" fmla="*/ 103004 h 290148"/>
                <a:gd name="csX1" fmla="*/ 139924 w 154773"/>
                <a:gd name="csY1" fmla="*/ 103004 h 290148"/>
                <a:gd name="csX2" fmla="*/ 155049 w 154773"/>
                <a:gd name="csY2" fmla="*/ 93894 h 290148"/>
                <a:gd name="csX3" fmla="*/ 140932 w 154773"/>
                <a:gd name="csY3" fmla="*/ 88884 h 290148"/>
                <a:gd name="csX4" fmla="*/ 96567 w 154773"/>
                <a:gd name="csY4" fmla="*/ 88884 h 290148"/>
                <a:gd name="csX5" fmla="*/ 117237 w 154773"/>
                <a:gd name="csY5" fmla="*/ 12361 h 290148"/>
                <a:gd name="csX6" fmla="*/ 102617 w 154773"/>
                <a:gd name="csY6" fmla="*/ 63 h 290148"/>
                <a:gd name="csX7" fmla="*/ 82451 w 154773"/>
                <a:gd name="csY7" fmla="*/ 16460 h 290148"/>
                <a:gd name="csX8" fmla="*/ 62789 w 154773"/>
                <a:gd name="csY8" fmla="*/ 88884 h 290148"/>
                <a:gd name="csX9" fmla="*/ 15400 w 154773"/>
                <a:gd name="csY9" fmla="*/ 88884 h 290148"/>
                <a:gd name="csX10" fmla="*/ 275 w 154773"/>
                <a:gd name="csY10" fmla="*/ 97538 h 290148"/>
                <a:gd name="csX11" fmla="*/ 14391 w 154773"/>
                <a:gd name="csY11" fmla="*/ 103004 h 290148"/>
                <a:gd name="csX12" fmla="*/ 58756 w 154773"/>
                <a:gd name="csY12" fmla="*/ 103004 h 290148"/>
                <a:gd name="csX13" fmla="*/ 20441 w 154773"/>
                <a:gd name="csY13" fmla="*/ 248306 h 290148"/>
                <a:gd name="csX14" fmla="*/ 66823 w 154773"/>
                <a:gd name="csY14" fmla="*/ 290211 h 290148"/>
                <a:gd name="csX15" fmla="*/ 146982 w 154773"/>
                <a:gd name="csY15" fmla="*/ 220065 h 290148"/>
                <a:gd name="csX16" fmla="*/ 140932 w 154773"/>
                <a:gd name="csY16" fmla="*/ 215510 h 290148"/>
                <a:gd name="csX17" fmla="*/ 133370 w 154773"/>
                <a:gd name="csY17" fmla="*/ 221887 h 290148"/>
                <a:gd name="csX18" fmla="*/ 67831 w 154773"/>
                <a:gd name="csY18" fmla="*/ 280190 h 290148"/>
                <a:gd name="csX19" fmla="*/ 52202 w 154773"/>
                <a:gd name="csY19" fmla="*/ 259238 h 290148"/>
                <a:gd name="csX20" fmla="*/ 55227 w 154773"/>
                <a:gd name="csY20" fmla="*/ 237374 h 290148"/>
                <a:gd name="csX21" fmla="*/ 92534 w 154773"/>
                <a:gd name="csY21" fmla="*/ 103004 h 2901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54773" h="290148">
                  <a:moveTo>
                    <a:pt x="92534" y="103004"/>
                  </a:moveTo>
                  <a:lnTo>
                    <a:pt x="139924" y="103004"/>
                  </a:lnTo>
                  <a:cubicBezTo>
                    <a:pt x="150007" y="103004"/>
                    <a:pt x="155049" y="103004"/>
                    <a:pt x="155049" y="93894"/>
                  </a:cubicBezTo>
                  <a:cubicBezTo>
                    <a:pt x="155049" y="88884"/>
                    <a:pt x="150007" y="88884"/>
                    <a:pt x="140932" y="88884"/>
                  </a:cubicBezTo>
                  <a:lnTo>
                    <a:pt x="96567" y="88884"/>
                  </a:lnTo>
                  <a:cubicBezTo>
                    <a:pt x="114717" y="24204"/>
                    <a:pt x="117237" y="15094"/>
                    <a:pt x="117237" y="12361"/>
                  </a:cubicBezTo>
                  <a:cubicBezTo>
                    <a:pt x="117237" y="4618"/>
                    <a:pt x="111188" y="63"/>
                    <a:pt x="102617" y="63"/>
                  </a:cubicBezTo>
                  <a:cubicBezTo>
                    <a:pt x="101105" y="63"/>
                    <a:pt x="86989" y="518"/>
                    <a:pt x="82451" y="16460"/>
                  </a:cubicBezTo>
                  <a:lnTo>
                    <a:pt x="62789" y="88884"/>
                  </a:lnTo>
                  <a:lnTo>
                    <a:pt x="15400" y="88884"/>
                  </a:lnTo>
                  <a:cubicBezTo>
                    <a:pt x="5317" y="88884"/>
                    <a:pt x="275" y="88884"/>
                    <a:pt x="275" y="97538"/>
                  </a:cubicBezTo>
                  <a:cubicBezTo>
                    <a:pt x="275" y="103004"/>
                    <a:pt x="4308" y="103004"/>
                    <a:pt x="14391" y="103004"/>
                  </a:cubicBezTo>
                  <a:lnTo>
                    <a:pt x="58756" y="103004"/>
                  </a:lnTo>
                  <a:cubicBezTo>
                    <a:pt x="22458" y="232364"/>
                    <a:pt x="20441" y="240107"/>
                    <a:pt x="20441" y="248306"/>
                  </a:cubicBezTo>
                  <a:cubicBezTo>
                    <a:pt x="20441" y="272902"/>
                    <a:pt x="39599" y="290211"/>
                    <a:pt x="66823" y="290211"/>
                  </a:cubicBezTo>
                  <a:cubicBezTo>
                    <a:pt x="118246" y="290211"/>
                    <a:pt x="146982" y="223709"/>
                    <a:pt x="146982" y="220065"/>
                  </a:cubicBezTo>
                  <a:cubicBezTo>
                    <a:pt x="146982" y="215510"/>
                    <a:pt x="142949" y="215510"/>
                    <a:pt x="140932" y="215510"/>
                  </a:cubicBezTo>
                  <a:cubicBezTo>
                    <a:pt x="136395" y="215510"/>
                    <a:pt x="135891" y="216877"/>
                    <a:pt x="133370" y="221887"/>
                  </a:cubicBezTo>
                  <a:cubicBezTo>
                    <a:pt x="111692" y="269259"/>
                    <a:pt x="84972" y="280190"/>
                    <a:pt x="67831" y="280190"/>
                  </a:cubicBezTo>
                  <a:cubicBezTo>
                    <a:pt x="57244" y="280190"/>
                    <a:pt x="52202" y="274269"/>
                    <a:pt x="52202" y="259238"/>
                  </a:cubicBezTo>
                  <a:cubicBezTo>
                    <a:pt x="52202" y="248306"/>
                    <a:pt x="53211" y="245117"/>
                    <a:pt x="55227" y="237374"/>
                  </a:cubicBezTo>
                  <a:lnTo>
                    <a:pt x="92534" y="103004"/>
                  </a:ln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63" name="Figura a mano libera 962">
              <a:extLst>
                <a:ext uri="{FF2B5EF4-FFF2-40B4-BE49-F238E27FC236}">
                  <a16:creationId xmlns:a16="http://schemas.microsoft.com/office/drawing/2014/main" id="{9FAF8775-DB22-75C1-3FBF-FFCA34CEC9E8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6685691" y="5361316"/>
              <a:ext cx="58985" cy="136192"/>
            </a:xfrm>
            <a:custGeom>
              <a:avLst/>
              <a:gdLst>
                <a:gd name="csX0" fmla="*/ 59264 w 58985"/>
                <a:gd name="csY0" fmla="*/ 47889 h 136192"/>
                <a:gd name="csX1" fmla="*/ 26999 w 58985"/>
                <a:gd name="csY1" fmla="*/ 63 h 136192"/>
                <a:gd name="csX2" fmla="*/ 279 w 58985"/>
                <a:gd name="csY2" fmla="*/ 24204 h 136192"/>
                <a:gd name="csX3" fmla="*/ 26999 w 58985"/>
                <a:gd name="csY3" fmla="*/ 48345 h 136192"/>
                <a:gd name="csX4" fmla="*/ 44644 w 58985"/>
                <a:gd name="csY4" fmla="*/ 42424 h 136192"/>
                <a:gd name="csX5" fmla="*/ 47164 w 58985"/>
                <a:gd name="csY5" fmla="*/ 41057 h 136192"/>
                <a:gd name="csX6" fmla="*/ 48173 w 58985"/>
                <a:gd name="csY6" fmla="*/ 47889 h 136192"/>
                <a:gd name="csX7" fmla="*/ 13891 w 58985"/>
                <a:gd name="csY7" fmla="*/ 123957 h 136192"/>
                <a:gd name="csX8" fmla="*/ 8345 w 58985"/>
                <a:gd name="csY8" fmla="*/ 131244 h 136192"/>
                <a:gd name="csX9" fmla="*/ 13387 w 58985"/>
                <a:gd name="csY9" fmla="*/ 136255 h 136192"/>
                <a:gd name="csX10" fmla="*/ 59264 w 58985"/>
                <a:gd name="csY10" fmla="*/ 47889 h 1361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985" h="136192">
                  <a:moveTo>
                    <a:pt x="59264" y="47889"/>
                  </a:moveTo>
                  <a:cubicBezTo>
                    <a:pt x="59264" y="17827"/>
                    <a:pt x="46660" y="63"/>
                    <a:pt x="26999" y="63"/>
                  </a:cubicBezTo>
                  <a:cubicBezTo>
                    <a:pt x="10362" y="63"/>
                    <a:pt x="279" y="11450"/>
                    <a:pt x="279" y="24204"/>
                  </a:cubicBezTo>
                  <a:cubicBezTo>
                    <a:pt x="279" y="36502"/>
                    <a:pt x="10362" y="48345"/>
                    <a:pt x="26999" y="48345"/>
                  </a:cubicBezTo>
                  <a:cubicBezTo>
                    <a:pt x="33048" y="48345"/>
                    <a:pt x="39602" y="46523"/>
                    <a:pt x="44644" y="42424"/>
                  </a:cubicBezTo>
                  <a:cubicBezTo>
                    <a:pt x="46156" y="41513"/>
                    <a:pt x="46660" y="41057"/>
                    <a:pt x="47164" y="41057"/>
                  </a:cubicBezTo>
                  <a:cubicBezTo>
                    <a:pt x="47669" y="41057"/>
                    <a:pt x="48173" y="41513"/>
                    <a:pt x="48173" y="47889"/>
                  </a:cubicBezTo>
                  <a:cubicBezTo>
                    <a:pt x="48173" y="81596"/>
                    <a:pt x="30528" y="108925"/>
                    <a:pt x="13891" y="123957"/>
                  </a:cubicBezTo>
                  <a:cubicBezTo>
                    <a:pt x="8345" y="128967"/>
                    <a:pt x="8345" y="129878"/>
                    <a:pt x="8345" y="131244"/>
                  </a:cubicBezTo>
                  <a:cubicBezTo>
                    <a:pt x="8345" y="134433"/>
                    <a:pt x="10866" y="136255"/>
                    <a:pt x="13387" y="136255"/>
                  </a:cubicBezTo>
                  <a:cubicBezTo>
                    <a:pt x="18932" y="136255"/>
                    <a:pt x="59264" y="101182"/>
                    <a:pt x="59264" y="47889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64" name="Figura a mano libera 963">
              <a:extLst>
                <a:ext uri="{FF2B5EF4-FFF2-40B4-BE49-F238E27FC236}">
                  <a16:creationId xmlns:a16="http://schemas.microsoft.com/office/drawing/2014/main" id="{C262C6B1-D104-8350-CDD0-C06DA3C1EB32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6877994" y="5124461"/>
              <a:ext cx="154773" cy="290148"/>
            </a:xfrm>
            <a:custGeom>
              <a:avLst/>
              <a:gdLst>
                <a:gd name="csX0" fmla="*/ 92542 w 154773"/>
                <a:gd name="csY0" fmla="*/ 103004 h 290148"/>
                <a:gd name="csX1" fmla="*/ 139932 w 154773"/>
                <a:gd name="csY1" fmla="*/ 103004 h 290148"/>
                <a:gd name="csX2" fmla="*/ 155057 w 154773"/>
                <a:gd name="csY2" fmla="*/ 93894 h 290148"/>
                <a:gd name="csX3" fmla="*/ 140940 w 154773"/>
                <a:gd name="csY3" fmla="*/ 88884 h 290148"/>
                <a:gd name="csX4" fmla="*/ 96575 w 154773"/>
                <a:gd name="csY4" fmla="*/ 88884 h 290148"/>
                <a:gd name="csX5" fmla="*/ 117245 w 154773"/>
                <a:gd name="csY5" fmla="*/ 12361 h 290148"/>
                <a:gd name="csX6" fmla="*/ 102625 w 154773"/>
                <a:gd name="csY6" fmla="*/ 63 h 290148"/>
                <a:gd name="csX7" fmla="*/ 82459 w 154773"/>
                <a:gd name="csY7" fmla="*/ 16460 h 290148"/>
                <a:gd name="csX8" fmla="*/ 62797 w 154773"/>
                <a:gd name="csY8" fmla="*/ 88884 h 290148"/>
                <a:gd name="csX9" fmla="*/ 15408 w 154773"/>
                <a:gd name="csY9" fmla="*/ 88884 h 290148"/>
                <a:gd name="csX10" fmla="*/ 283 w 154773"/>
                <a:gd name="csY10" fmla="*/ 97538 h 290148"/>
                <a:gd name="csX11" fmla="*/ 14399 w 154773"/>
                <a:gd name="csY11" fmla="*/ 103004 h 290148"/>
                <a:gd name="csX12" fmla="*/ 58764 w 154773"/>
                <a:gd name="csY12" fmla="*/ 103004 h 290148"/>
                <a:gd name="csX13" fmla="*/ 20449 w 154773"/>
                <a:gd name="csY13" fmla="*/ 248306 h 290148"/>
                <a:gd name="csX14" fmla="*/ 66831 w 154773"/>
                <a:gd name="csY14" fmla="*/ 290211 h 290148"/>
                <a:gd name="csX15" fmla="*/ 146990 w 154773"/>
                <a:gd name="csY15" fmla="*/ 220065 h 290148"/>
                <a:gd name="csX16" fmla="*/ 140940 w 154773"/>
                <a:gd name="csY16" fmla="*/ 215510 h 290148"/>
                <a:gd name="csX17" fmla="*/ 133378 w 154773"/>
                <a:gd name="csY17" fmla="*/ 221887 h 290148"/>
                <a:gd name="csX18" fmla="*/ 67839 w 154773"/>
                <a:gd name="csY18" fmla="*/ 280190 h 290148"/>
                <a:gd name="csX19" fmla="*/ 52210 w 154773"/>
                <a:gd name="csY19" fmla="*/ 259238 h 290148"/>
                <a:gd name="csX20" fmla="*/ 55235 w 154773"/>
                <a:gd name="csY20" fmla="*/ 237374 h 290148"/>
                <a:gd name="csX21" fmla="*/ 92542 w 154773"/>
                <a:gd name="csY21" fmla="*/ 103004 h 2901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54773" h="290148">
                  <a:moveTo>
                    <a:pt x="92542" y="103004"/>
                  </a:moveTo>
                  <a:lnTo>
                    <a:pt x="139932" y="103004"/>
                  </a:lnTo>
                  <a:cubicBezTo>
                    <a:pt x="150015" y="103004"/>
                    <a:pt x="155057" y="103004"/>
                    <a:pt x="155057" y="93894"/>
                  </a:cubicBezTo>
                  <a:cubicBezTo>
                    <a:pt x="155057" y="88884"/>
                    <a:pt x="150015" y="88884"/>
                    <a:pt x="140940" y="88884"/>
                  </a:cubicBezTo>
                  <a:lnTo>
                    <a:pt x="96575" y="88884"/>
                  </a:lnTo>
                  <a:cubicBezTo>
                    <a:pt x="114725" y="24204"/>
                    <a:pt x="117245" y="15094"/>
                    <a:pt x="117245" y="12361"/>
                  </a:cubicBezTo>
                  <a:cubicBezTo>
                    <a:pt x="117245" y="4618"/>
                    <a:pt x="111196" y="63"/>
                    <a:pt x="102625" y="63"/>
                  </a:cubicBezTo>
                  <a:cubicBezTo>
                    <a:pt x="101113" y="63"/>
                    <a:pt x="86997" y="518"/>
                    <a:pt x="82459" y="16460"/>
                  </a:cubicBezTo>
                  <a:lnTo>
                    <a:pt x="62797" y="88884"/>
                  </a:lnTo>
                  <a:lnTo>
                    <a:pt x="15408" y="88884"/>
                  </a:lnTo>
                  <a:cubicBezTo>
                    <a:pt x="5325" y="88884"/>
                    <a:pt x="283" y="88884"/>
                    <a:pt x="283" y="97538"/>
                  </a:cubicBezTo>
                  <a:cubicBezTo>
                    <a:pt x="283" y="103004"/>
                    <a:pt x="4316" y="103004"/>
                    <a:pt x="14399" y="103004"/>
                  </a:cubicBezTo>
                  <a:lnTo>
                    <a:pt x="58764" y="103004"/>
                  </a:lnTo>
                  <a:cubicBezTo>
                    <a:pt x="22466" y="232364"/>
                    <a:pt x="20449" y="240107"/>
                    <a:pt x="20449" y="248306"/>
                  </a:cubicBezTo>
                  <a:cubicBezTo>
                    <a:pt x="20449" y="272902"/>
                    <a:pt x="39607" y="290211"/>
                    <a:pt x="66831" y="290211"/>
                  </a:cubicBezTo>
                  <a:cubicBezTo>
                    <a:pt x="118254" y="290211"/>
                    <a:pt x="146990" y="223709"/>
                    <a:pt x="146990" y="220065"/>
                  </a:cubicBezTo>
                  <a:cubicBezTo>
                    <a:pt x="146990" y="215510"/>
                    <a:pt x="142957" y="215510"/>
                    <a:pt x="140940" y="215510"/>
                  </a:cubicBezTo>
                  <a:cubicBezTo>
                    <a:pt x="136403" y="215510"/>
                    <a:pt x="135899" y="216877"/>
                    <a:pt x="133378" y="221887"/>
                  </a:cubicBezTo>
                  <a:cubicBezTo>
                    <a:pt x="111700" y="269259"/>
                    <a:pt x="84980" y="280190"/>
                    <a:pt x="67839" y="280190"/>
                  </a:cubicBezTo>
                  <a:cubicBezTo>
                    <a:pt x="57252" y="280190"/>
                    <a:pt x="52210" y="274269"/>
                    <a:pt x="52210" y="259238"/>
                  </a:cubicBezTo>
                  <a:cubicBezTo>
                    <a:pt x="52210" y="248306"/>
                    <a:pt x="53219" y="245117"/>
                    <a:pt x="55235" y="237374"/>
                  </a:cubicBezTo>
                  <a:lnTo>
                    <a:pt x="92542" y="103004"/>
                  </a:ln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65" name="Figura a mano libera 964">
              <a:extLst>
                <a:ext uri="{FF2B5EF4-FFF2-40B4-BE49-F238E27FC236}">
                  <a16:creationId xmlns:a16="http://schemas.microsoft.com/office/drawing/2014/main" id="{2F5957CD-9501-0274-4A9B-FD06D427D724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7202327" y="5286616"/>
              <a:ext cx="308034" cy="18219"/>
            </a:xfrm>
            <a:custGeom>
              <a:avLst/>
              <a:gdLst>
                <a:gd name="csX0" fmla="*/ 290678 w 308034"/>
                <a:gd name="csY0" fmla="*/ 18282 h 18219"/>
                <a:gd name="csX1" fmla="*/ 308323 w 308034"/>
                <a:gd name="csY1" fmla="*/ 9173 h 18219"/>
                <a:gd name="csX2" fmla="*/ 290678 w 308034"/>
                <a:gd name="csY2" fmla="*/ 63 h 18219"/>
                <a:gd name="csX3" fmla="*/ 17934 w 308034"/>
                <a:gd name="csY3" fmla="*/ 63 h 18219"/>
                <a:gd name="csX4" fmla="*/ 289 w 308034"/>
                <a:gd name="csY4" fmla="*/ 9173 h 18219"/>
                <a:gd name="csX5" fmla="*/ 17934 w 308034"/>
                <a:gd name="csY5" fmla="*/ 18282 h 18219"/>
                <a:gd name="csX6" fmla="*/ 290678 w 308034"/>
                <a:gd name="csY6" fmla="*/ 18282 h 18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08034" h="18219">
                  <a:moveTo>
                    <a:pt x="290678" y="18282"/>
                  </a:moveTo>
                  <a:cubicBezTo>
                    <a:pt x="299249" y="18282"/>
                    <a:pt x="308323" y="18282"/>
                    <a:pt x="308323" y="9173"/>
                  </a:cubicBezTo>
                  <a:cubicBezTo>
                    <a:pt x="308323" y="63"/>
                    <a:pt x="299249" y="63"/>
                    <a:pt x="290678" y="63"/>
                  </a:cubicBezTo>
                  <a:lnTo>
                    <a:pt x="17934" y="63"/>
                  </a:lnTo>
                  <a:cubicBezTo>
                    <a:pt x="9364" y="63"/>
                    <a:pt x="289" y="63"/>
                    <a:pt x="289" y="9173"/>
                  </a:cubicBezTo>
                  <a:cubicBezTo>
                    <a:pt x="289" y="18282"/>
                    <a:pt x="9364" y="18282"/>
                    <a:pt x="17934" y="18282"/>
                  </a:cubicBezTo>
                  <a:lnTo>
                    <a:pt x="290678" y="18282"/>
                  </a:ln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66" name="Figura a mano libera 965">
              <a:extLst>
                <a:ext uri="{FF2B5EF4-FFF2-40B4-BE49-F238E27FC236}">
                  <a16:creationId xmlns:a16="http://schemas.microsoft.com/office/drawing/2014/main" id="{56B94784-6E3E-90E8-2A50-BABB2F2E1CF3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7709498" y="5106241"/>
              <a:ext cx="166368" cy="303357"/>
            </a:xfrm>
            <a:custGeom>
              <a:avLst/>
              <a:gdLst>
                <a:gd name="csX0" fmla="*/ 103649 w 166368"/>
                <a:gd name="csY0" fmla="*/ 11906 h 303357"/>
                <a:gd name="csX1" fmla="*/ 92054 w 166368"/>
                <a:gd name="csY1" fmla="*/ 63 h 303357"/>
                <a:gd name="csX2" fmla="*/ 299 w 166368"/>
                <a:gd name="csY2" fmla="*/ 29214 h 303357"/>
                <a:gd name="csX3" fmla="*/ 299 w 166368"/>
                <a:gd name="csY3" fmla="*/ 43335 h 303357"/>
                <a:gd name="csX4" fmla="*/ 66342 w 166368"/>
                <a:gd name="csY4" fmla="*/ 31492 h 303357"/>
                <a:gd name="csX5" fmla="*/ 66342 w 166368"/>
                <a:gd name="csY5" fmla="*/ 267436 h 303357"/>
                <a:gd name="csX6" fmla="*/ 19456 w 166368"/>
                <a:gd name="csY6" fmla="*/ 289300 h 303357"/>
                <a:gd name="csX7" fmla="*/ 3324 w 166368"/>
                <a:gd name="csY7" fmla="*/ 289300 h 303357"/>
                <a:gd name="csX8" fmla="*/ 3324 w 166368"/>
                <a:gd name="csY8" fmla="*/ 303420 h 303357"/>
                <a:gd name="csX9" fmla="*/ 84996 w 166368"/>
                <a:gd name="csY9" fmla="*/ 302054 h 303357"/>
                <a:gd name="csX10" fmla="*/ 166668 w 166368"/>
                <a:gd name="csY10" fmla="*/ 303420 h 303357"/>
                <a:gd name="csX11" fmla="*/ 166668 w 166368"/>
                <a:gd name="csY11" fmla="*/ 289300 h 303357"/>
                <a:gd name="csX12" fmla="*/ 150535 w 166368"/>
                <a:gd name="csY12" fmla="*/ 289300 h 303357"/>
                <a:gd name="csX13" fmla="*/ 103649 w 166368"/>
                <a:gd name="csY13" fmla="*/ 267436 h 303357"/>
                <a:gd name="csX14" fmla="*/ 103649 w 166368"/>
                <a:gd name="csY14" fmla="*/ 11906 h 303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6368" h="303357">
                  <a:moveTo>
                    <a:pt x="103649" y="11906"/>
                  </a:moveTo>
                  <a:cubicBezTo>
                    <a:pt x="103649" y="974"/>
                    <a:pt x="103649" y="63"/>
                    <a:pt x="92054" y="63"/>
                  </a:cubicBezTo>
                  <a:cubicBezTo>
                    <a:pt x="60797" y="29214"/>
                    <a:pt x="16432" y="29214"/>
                    <a:pt x="299" y="29214"/>
                  </a:cubicBezTo>
                  <a:lnTo>
                    <a:pt x="299" y="43335"/>
                  </a:lnTo>
                  <a:cubicBezTo>
                    <a:pt x="10382" y="43335"/>
                    <a:pt x="40127" y="43335"/>
                    <a:pt x="66342" y="31492"/>
                  </a:cubicBezTo>
                  <a:lnTo>
                    <a:pt x="66342" y="267436"/>
                  </a:lnTo>
                  <a:cubicBezTo>
                    <a:pt x="66342" y="283834"/>
                    <a:pt x="64830" y="289300"/>
                    <a:pt x="19456" y="289300"/>
                  </a:cubicBezTo>
                  <a:lnTo>
                    <a:pt x="3324" y="289300"/>
                  </a:lnTo>
                  <a:lnTo>
                    <a:pt x="3324" y="303420"/>
                  </a:lnTo>
                  <a:cubicBezTo>
                    <a:pt x="20969" y="302054"/>
                    <a:pt x="64830" y="302054"/>
                    <a:pt x="84996" y="302054"/>
                  </a:cubicBezTo>
                  <a:cubicBezTo>
                    <a:pt x="105162" y="302054"/>
                    <a:pt x="149023" y="302054"/>
                    <a:pt x="166668" y="303420"/>
                  </a:cubicBezTo>
                  <a:lnTo>
                    <a:pt x="166668" y="289300"/>
                  </a:lnTo>
                  <a:lnTo>
                    <a:pt x="150535" y="289300"/>
                  </a:lnTo>
                  <a:cubicBezTo>
                    <a:pt x="105162" y="289300"/>
                    <a:pt x="103649" y="284290"/>
                    <a:pt x="103649" y="267436"/>
                  </a:cubicBezTo>
                  <a:lnTo>
                    <a:pt x="103649" y="11906"/>
                  </a:ln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67" name="Figura a mano libera 966">
              <a:extLst>
                <a:ext uri="{FF2B5EF4-FFF2-40B4-BE49-F238E27FC236}">
                  <a16:creationId xmlns:a16="http://schemas.microsoft.com/office/drawing/2014/main" id="{C465BD0C-9F7F-03BE-B260-C2F4F84B2F0B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7960061" y="5361316"/>
              <a:ext cx="58985" cy="136192"/>
            </a:xfrm>
            <a:custGeom>
              <a:avLst/>
              <a:gdLst>
                <a:gd name="csX0" fmla="*/ 59289 w 58985"/>
                <a:gd name="csY0" fmla="*/ 47889 h 136192"/>
                <a:gd name="csX1" fmla="*/ 27024 w 58985"/>
                <a:gd name="csY1" fmla="*/ 63 h 136192"/>
                <a:gd name="csX2" fmla="*/ 304 w 58985"/>
                <a:gd name="csY2" fmla="*/ 24204 h 136192"/>
                <a:gd name="csX3" fmla="*/ 27024 w 58985"/>
                <a:gd name="csY3" fmla="*/ 48345 h 136192"/>
                <a:gd name="csX4" fmla="*/ 44669 w 58985"/>
                <a:gd name="csY4" fmla="*/ 42424 h 136192"/>
                <a:gd name="csX5" fmla="*/ 47190 w 58985"/>
                <a:gd name="csY5" fmla="*/ 41057 h 136192"/>
                <a:gd name="csX6" fmla="*/ 48198 w 58985"/>
                <a:gd name="csY6" fmla="*/ 47889 h 136192"/>
                <a:gd name="csX7" fmla="*/ 13916 w 58985"/>
                <a:gd name="csY7" fmla="*/ 123957 h 136192"/>
                <a:gd name="csX8" fmla="*/ 8370 w 58985"/>
                <a:gd name="csY8" fmla="*/ 131244 h 136192"/>
                <a:gd name="csX9" fmla="*/ 13412 w 58985"/>
                <a:gd name="csY9" fmla="*/ 136255 h 136192"/>
                <a:gd name="csX10" fmla="*/ 59289 w 58985"/>
                <a:gd name="csY10" fmla="*/ 47889 h 1361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58985" h="136192">
                  <a:moveTo>
                    <a:pt x="59289" y="47889"/>
                  </a:moveTo>
                  <a:cubicBezTo>
                    <a:pt x="59289" y="17827"/>
                    <a:pt x="46685" y="63"/>
                    <a:pt x="27024" y="63"/>
                  </a:cubicBezTo>
                  <a:cubicBezTo>
                    <a:pt x="10387" y="63"/>
                    <a:pt x="304" y="11450"/>
                    <a:pt x="304" y="24204"/>
                  </a:cubicBezTo>
                  <a:cubicBezTo>
                    <a:pt x="304" y="36502"/>
                    <a:pt x="10387" y="48345"/>
                    <a:pt x="27024" y="48345"/>
                  </a:cubicBezTo>
                  <a:cubicBezTo>
                    <a:pt x="33074" y="48345"/>
                    <a:pt x="39627" y="46523"/>
                    <a:pt x="44669" y="42424"/>
                  </a:cubicBezTo>
                  <a:cubicBezTo>
                    <a:pt x="46181" y="41513"/>
                    <a:pt x="46685" y="41057"/>
                    <a:pt x="47190" y="41057"/>
                  </a:cubicBezTo>
                  <a:cubicBezTo>
                    <a:pt x="47694" y="41057"/>
                    <a:pt x="48198" y="41513"/>
                    <a:pt x="48198" y="47889"/>
                  </a:cubicBezTo>
                  <a:cubicBezTo>
                    <a:pt x="48198" y="81596"/>
                    <a:pt x="30553" y="108925"/>
                    <a:pt x="13916" y="123957"/>
                  </a:cubicBezTo>
                  <a:cubicBezTo>
                    <a:pt x="8370" y="128967"/>
                    <a:pt x="8370" y="129878"/>
                    <a:pt x="8370" y="131244"/>
                  </a:cubicBezTo>
                  <a:cubicBezTo>
                    <a:pt x="8370" y="134433"/>
                    <a:pt x="10891" y="136255"/>
                    <a:pt x="13412" y="136255"/>
                  </a:cubicBezTo>
                  <a:cubicBezTo>
                    <a:pt x="18957" y="136255"/>
                    <a:pt x="59289" y="101182"/>
                    <a:pt x="59289" y="47889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68" name="Figura a mano libera 967">
              <a:extLst>
                <a:ext uri="{FF2B5EF4-FFF2-40B4-BE49-F238E27FC236}">
                  <a16:creationId xmlns:a16="http://schemas.microsoft.com/office/drawing/2014/main" id="{39EE7606-B9DC-3B60-5046-1707A732FFED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8152364" y="5124461"/>
              <a:ext cx="154773" cy="290148"/>
            </a:xfrm>
            <a:custGeom>
              <a:avLst/>
              <a:gdLst>
                <a:gd name="csX0" fmla="*/ 92567 w 154773"/>
                <a:gd name="csY0" fmla="*/ 103004 h 290148"/>
                <a:gd name="csX1" fmla="*/ 139957 w 154773"/>
                <a:gd name="csY1" fmla="*/ 103004 h 290148"/>
                <a:gd name="csX2" fmla="*/ 155082 w 154773"/>
                <a:gd name="csY2" fmla="*/ 93894 h 290148"/>
                <a:gd name="csX3" fmla="*/ 140966 w 154773"/>
                <a:gd name="csY3" fmla="*/ 88884 h 290148"/>
                <a:gd name="csX4" fmla="*/ 96601 w 154773"/>
                <a:gd name="csY4" fmla="*/ 88884 h 290148"/>
                <a:gd name="csX5" fmla="*/ 117271 w 154773"/>
                <a:gd name="csY5" fmla="*/ 12361 h 290148"/>
                <a:gd name="csX6" fmla="*/ 102650 w 154773"/>
                <a:gd name="csY6" fmla="*/ 63 h 290148"/>
                <a:gd name="csX7" fmla="*/ 82484 w 154773"/>
                <a:gd name="csY7" fmla="*/ 16460 h 290148"/>
                <a:gd name="csX8" fmla="*/ 62823 w 154773"/>
                <a:gd name="csY8" fmla="*/ 88884 h 290148"/>
                <a:gd name="csX9" fmla="*/ 15433 w 154773"/>
                <a:gd name="csY9" fmla="*/ 88884 h 290148"/>
                <a:gd name="csX10" fmla="*/ 308 w 154773"/>
                <a:gd name="csY10" fmla="*/ 97538 h 290148"/>
                <a:gd name="csX11" fmla="*/ 14424 w 154773"/>
                <a:gd name="csY11" fmla="*/ 103004 h 290148"/>
                <a:gd name="csX12" fmla="*/ 58789 w 154773"/>
                <a:gd name="csY12" fmla="*/ 103004 h 290148"/>
                <a:gd name="csX13" fmla="*/ 20474 w 154773"/>
                <a:gd name="csY13" fmla="*/ 248306 h 290148"/>
                <a:gd name="csX14" fmla="*/ 66856 w 154773"/>
                <a:gd name="csY14" fmla="*/ 290211 h 290148"/>
                <a:gd name="csX15" fmla="*/ 147015 w 154773"/>
                <a:gd name="csY15" fmla="*/ 220065 h 290148"/>
                <a:gd name="csX16" fmla="*/ 140966 w 154773"/>
                <a:gd name="csY16" fmla="*/ 215510 h 290148"/>
                <a:gd name="csX17" fmla="*/ 133403 w 154773"/>
                <a:gd name="csY17" fmla="*/ 221887 h 290148"/>
                <a:gd name="csX18" fmla="*/ 67864 w 154773"/>
                <a:gd name="csY18" fmla="*/ 280190 h 290148"/>
                <a:gd name="csX19" fmla="*/ 52236 w 154773"/>
                <a:gd name="csY19" fmla="*/ 259238 h 290148"/>
                <a:gd name="csX20" fmla="*/ 55260 w 154773"/>
                <a:gd name="csY20" fmla="*/ 237374 h 290148"/>
                <a:gd name="csX21" fmla="*/ 92567 w 154773"/>
                <a:gd name="csY21" fmla="*/ 103004 h 2901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54773" h="290148">
                  <a:moveTo>
                    <a:pt x="92567" y="103004"/>
                  </a:moveTo>
                  <a:lnTo>
                    <a:pt x="139957" y="103004"/>
                  </a:lnTo>
                  <a:cubicBezTo>
                    <a:pt x="150040" y="103004"/>
                    <a:pt x="155082" y="103004"/>
                    <a:pt x="155082" y="93894"/>
                  </a:cubicBezTo>
                  <a:cubicBezTo>
                    <a:pt x="155082" y="88884"/>
                    <a:pt x="150040" y="88884"/>
                    <a:pt x="140966" y="88884"/>
                  </a:cubicBezTo>
                  <a:lnTo>
                    <a:pt x="96601" y="88884"/>
                  </a:lnTo>
                  <a:cubicBezTo>
                    <a:pt x="114750" y="24204"/>
                    <a:pt x="117271" y="15094"/>
                    <a:pt x="117271" y="12361"/>
                  </a:cubicBezTo>
                  <a:cubicBezTo>
                    <a:pt x="117271" y="4618"/>
                    <a:pt x="111221" y="63"/>
                    <a:pt x="102650" y="63"/>
                  </a:cubicBezTo>
                  <a:cubicBezTo>
                    <a:pt x="101138" y="63"/>
                    <a:pt x="87022" y="518"/>
                    <a:pt x="82484" y="16460"/>
                  </a:cubicBezTo>
                  <a:lnTo>
                    <a:pt x="62823" y="88884"/>
                  </a:lnTo>
                  <a:lnTo>
                    <a:pt x="15433" y="88884"/>
                  </a:lnTo>
                  <a:cubicBezTo>
                    <a:pt x="5350" y="88884"/>
                    <a:pt x="308" y="88884"/>
                    <a:pt x="308" y="97538"/>
                  </a:cubicBezTo>
                  <a:cubicBezTo>
                    <a:pt x="308" y="103004"/>
                    <a:pt x="4341" y="103004"/>
                    <a:pt x="14424" y="103004"/>
                  </a:cubicBezTo>
                  <a:lnTo>
                    <a:pt x="58789" y="103004"/>
                  </a:lnTo>
                  <a:cubicBezTo>
                    <a:pt x="22491" y="232364"/>
                    <a:pt x="20474" y="240107"/>
                    <a:pt x="20474" y="248306"/>
                  </a:cubicBezTo>
                  <a:cubicBezTo>
                    <a:pt x="20474" y="272902"/>
                    <a:pt x="39632" y="290211"/>
                    <a:pt x="66856" y="290211"/>
                  </a:cubicBezTo>
                  <a:cubicBezTo>
                    <a:pt x="118279" y="290211"/>
                    <a:pt x="147015" y="223709"/>
                    <a:pt x="147015" y="220065"/>
                  </a:cubicBezTo>
                  <a:cubicBezTo>
                    <a:pt x="147015" y="215510"/>
                    <a:pt x="142982" y="215510"/>
                    <a:pt x="140966" y="215510"/>
                  </a:cubicBezTo>
                  <a:cubicBezTo>
                    <a:pt x="136428" y="215510"/>
                    <a:pt x="135924" y="216877"/>
                    <a:pt x="133403" y="221887"/>
                  </a:cubicBezTo>
                  <a:cubicBezTo>
                    <a:pt x="111725" y="269259"/>
                    <a:pt x="85005" y="280190"/>
                    <a:pt x="67864" y="280190"/>
                  </a:cubicBezTo>
                  <a:cubicBezTo>
                    <a:pt x="57277" y="280190"/>
                    <a:pt x="52236" y="274269"/>
                    <a:pt x="52236" y="259238"/>
                  </a:cubicBezTo>
                  <a:cubicBezTo>
                    <a:pt x="52236" y="248306"/>
                    <a:pt x="53244" y="245117"/>
                    <a:pt x="55260" y="237374"/>
                  </a:cubicBezTo>
                  <a:lnTo>
                    <a:pt x="92567" y="103004"/>
                  </a:ln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69" name="Figura a mano libera 968">
              <a:extLst>
                <a:ext uri="{FF2B5EF4-FFF2-40B4-BE49-F238E27FC236}">
                  <a16:creationId xmlns:a16="http://schemas.microsoft.com/office/drawing/2014/main" id="{1ECCD0FE-5D36-5DDB-805D-47E7EAC0E017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8476697" y="5286616"/>
              <a:ext cx="308034" cy="18219"/>
            </a:xfrm>
            <a:custGeom>
              <a:avLst/>
              <a:gdLst>
                <a:gd name="csX0" fmla="*/ 290703 w 308034"/>
                <a:gd name="csY0" fmla="*/ 18282 h 18219"/>
                <a:gd name="csX1" fmla="*/ 308349 w 308034"/>
                <a:gd name="csY1" fmla="*/ 9173 h 18219"/>
                <a:gd name="csX2" fmla="*/ 290703 w 308034"/>
                <a:gd name="csY2" fmla="*/ 63 h 18219"/>
                <a:gd name="csX3" fmla="*/ 17959 w 308034"/>
                <a:gd name="csY3" fmla="*/ 63 h 18219"/>
                <a:gd name="csX4" fmla="*/ 314 w 308034"/>
                <a:gd name="csY4" fmla="*/ 9173 h 18219"/>
                <a:gd name="csX5" fmla="*/ 17959 w 308034"/>
                <a:gd name="csY5" fmla="*/ 18282 h 18219"/>
                <a:gd name="csX6" fmla="*/ 290703 w 308034"/>
                <a:gd name="csY6" fmla="*/ 18282 h 182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08034" h="18219">
                  <a:moveTo>
                    <a:pt x="290703" y="18282"/>
                  </a:moveTo>
                  <a:cubicBezTo>
                    <a:pt x="299274" y="18282"/>
                    <a:pt x="308349" y="18282"/>
                    <a:pt x="308349" y="9173"/>
                  </a:cubicBezTo>
                  <a:cubicBezTo>
                    <a:pt x="308349" y="63"/>
                    <a:pt x="299274" y="63"/>
                    <a:pt x="290703" y="63"/>
                  </a:cubicBezTo>
                  <a:lnTo>
                    <a:pt x="17959" y="63"/>
                  </a:lnTo>
                  <a:cubicBezTo>
                    <a:pt x="9389" y="63"/>
                    <a:pt x="314" y="63"/>
                    <a:pt x="314" y="9173"/>
                  </a:cubicBezTo>
                  <a:cubicBezTo>
                    <a:pt x="314" y="18282"/>
                    <a:pt x="9389" y="18282"/>
                    <a:pt x="17959" y="18282"/>
                  </a:cubicBezTo>
                  <a:lnTo>
                    <a:pt x="290703" y="18282"/>
                  </a:ln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70" name="Figura a mano libera 969">
              <a:extLst>
                <a:ext uri="{FF2B5EF4-FFF2-40B4-BE49-F238E27FC236}">
                  <a16:creationId xmlns:a16="http://schemas.microsoft.com/office/drawing/2014/main" id="{3978E5B9-EF2E-076A-A35B-46AC1EBC8FF8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8964207" y="5106241"/>
              <a:ext cx="201155" cy="303357"/>
            </a:xfrm>
            <a:custGeom>
              <a:avLst/>
              <a:gdLst>
                <a:gd name="csX0" fmla="*/ 39143 w 201155"/>
                <a:gd name="csY0" fmla="*/ 268348 h 303357"/>
                <a:gd name="csX1" fmla="*/ 92583 w 201155"/>
                <a:gd name="csY1" fmla="*/ 221432 h 303357"/>
                <a:gd name="csX2" fmla="*/ 201479 w 201155"/>
                <a:gd name="csY2" fmla="*/ 88428 h 303357"/>
                <a:gd name="csX3" fmla="*/ 94600 w 201155"/>
                <a:gd name="csY3" fmla="*/ 63 h 303357"/>
                <a:gd name="csX4" fmla="*/ 324 w 201155"/>
                <a:gd name="csY4" fmla="*/ 82507 h 303357"/>
                <a:gd name="csX5" fmla="*/ 27044 w 201155"/>
                <a:gd name="csY5" fmla="*/ 108014 h 303357"/>
                <a:gd name="csX6" fmla="*/ 53260 w 201155"/>
                <a:gd name="csY6" fmla="*/ 83873 h 303357"/>
                <a:gd name="csX7" fmla="*/ 26540 w 201155"/>
                <a:gd name="csY7" fmla="*/ 60188 h 303357"/>
                <a:gd name="csX8" fmla="*/ 19986 w 201155"/>
                <a:gd name="csY8" fmla="*/ 60643 h 303357"/>
                <a:gd name="csX9" fmla="*/ 88046 w 201155"/>
                <a:gd name="csY9" fmla="*/ 14183 h 303357"/>
                <a:gd name="csX10" fmla="*/ 155602 w 201155"/>
                <a:gd name="csY10" fmla="*/ 88428 h 303357"/>
                <a:gd name="csX11" fmla="*/ 102666 w 201155"/>
                <a:gd name="csY11" fmla="*/ 189092 h 303357"/>
                <a:gd name="csX12" fmla="*/ 5870 w 201155"/>
                <a:gd name="csY12" fmla="*/ 286567 h 303357"/>
                <a:gd name="csX13" fmla="*/ 324 w 201155"/>
                <a:gd name="csY13" fmla="*/ 303420 h 303357"/>
                <a:gd name="csX14" fmla="*/ 187363 w 201155"/>
                <a:gd name="csY14" fmla="*/ 303420 h 303357"/>
                <a:gd name="csX15" fmla="*/ 201479 w 201155"/>
                <a:gd name="csY15" fmla="*/ 224165 h 303357"/>
                <a:gd name="csX16" fmla="*/ 188875 w 201155"/>
                <a:gd name="csY16" fmla="*/ 224165 h 303357"/>
                <a:gd name="csX17" fmla="*/ 177784 w 201155"/>
                <a:gd name="csY17" fmla="*/ 264704 h 303357"/>
                <a:gd name="csX18" fmla="*/ 129890 w 201155"/>
                <a:gd name="csY18" fmla="*/ 268348 h 303357"/>
                <a:gd name="csX19" fmla="*/ 39143 w 201155"/>
                <a:gd name="csY19" fmla="*/ 268348 h 303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01155" h="303357">
                  <a:moveTo>
                    <a:pt x="39143" y="268348"/>
                  </a:moveTo>
                  <a:lnTo>
                    <a:pt x="92583" y="221432"/>
                  </a:lnTo>
                  <a:cubicBezTo>
                    <a:pt x="171230" y="158574"/>
                    <a:pt x="201479" y="133977"/>
                    <a:pt x="201479" y="88428"/>
                  </a:cubicBezTo>
                  <a:cubicBezTo>
                    <a:pt x="201479" y="36502"/>
                    <a:pt x="156106" y="63"/>
                    <a:pt x="94600" y="63"/>
                  </a:cubicBezTo>
                  <a:cubicBezTo>
                    <a:pt x="37631" y="63"/>
                    <a:pt x="324" y="41968"/>
                    <a:pt x="324" y="82507"/>
                  </a:cubicBezTo>
                  <a:cubicBezTo>
                    <a:pt x="324" y="108014"/>
                    <a:pt x="25531" y="108014"/>
                    <a:pt x="27044" y="108014"/>
                  </a:cubicBezTo>
                  <a:cubicBezTo>
                    <a:pt x="35614" y="108014"/>
                    <a:pt x="53260" y="102548"/>
                    <a:pt x="53260" y="83873"/>
                  </a:cubicBezTo>
                  <a:cubicBezTo>
                    <a:pt x="53260" y="72030"/>
                    <a:pt x="44185" y="60188"/>
                    <a:pt x="26540" y="60188"/>
                  </a:cubicBezTo>
                  <a:cubicBezTo>
                    <a:pt x="22507" y="60188"/>
                    <a:pt x="21498" y="60188"/>
                    <a:pt x="19986" y="60643"/>
                  </a:cubicBezTo>
                  <a:cubicBezTo>
                    <a:pt x="31581" y="31036"/>
                    <a:pt x="58805" y="14183"/>
                    <a:pt x="88046" y="14183"/>
                  </a:cubicBezTo>
                  <a:cubicBezTo>
                    <a:pt x="133923" y="14183"/>
                    <a:pt x="155602" y="51078"/>
                    <a:pt x="155602" y="88428"/>
                  </a:cubicBezTo>
                  <a:cubicBezTo>
                    <a:pt x="155602" y="124868"/>
                    <a:pt x="130394" y="160851"/>
                    <a:pt x="102666" y="189092"/>
                  </a:cubicBezTo>
                  <a:lnTo>
                    <a:pt x="5870" y="286567"/>
                  </a:lnTo>
                  <a:cubicBezTo>
                    <a:pt x="324" y="291578"/>
                    <a:pt x="324" y="292489"/>
                    <a:pt x="324" y="303420"/>
                  </a:cubicBezTo>
                  <a:lnTo>
                    <a:pt x="187363" y="303420"/>
                  </a:lnTo>
                  <a:lnTo>
                    <a:pt x="201479" y="224165"/>
                  </a:lnTo>
                  <a:lnTo>
                    <a:pt x="188875" y="224165"/>
                  </a:lnTo>
                  <a:cubicBezTo>
                    <a:pt x="186355" y="237830"/>
                    <a:pt x="182826" y="257871"/>
                    <a:pt x="177784" y="264704"/>
                  </a:cubicBezTo>
                  <a:cubicBezTo>
                    <a:pt x="174255" y="268348"/>
                    <a:pt x="140981" y="268348"/>
                    <a:pt x="129890" y="268348"/>
                  </a:cubicBezTo>
                  <a:lnTo>
                    <a:pt x="39143" y="268348"/>
                  </a:ln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71" name="Figura a mano libera 970">
              <a:extLst>
                <a:ext uri="{FF2B5EF4-FFF2-40B4-BE49-F238E27FC236}">
                  <a16:creationId xmlns:a16="http://schemas.microsoft.com/office/drawing/2014/main" id="{C72251EB-8BEF-0EF6-6FB7-419394441FF6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9219811" y="5067980"/>
              <a:ext cx="116962" cy="455491"/>
            </a:xfrm>
            <a:custGeom>
              <a:avLst/>
              <a:gdLst>
                <a:gd name="csX0" fmla="*/ 117291 w 116962"/>
                <a:gd name="csY0" fmla="*/ 227809 h 455491"/>
                <a:gd name="csX1" fmla="*/ 84018 w 116962"/>
                <a:gd name="csY1" fmla="*/ 85695 h 455491"/>
                <a:gd name="csX2" fmla="*/ 5371 w 116962"/>
                <a:gd name="csY2" fmla="*/ 63 h 455491"/>
                <a:gd name="csX3" fmla="*/ 329 w 116962"/>
                <a:gd name="csY3" fmla="*/ 4618 h 455491"/>
                <a:gd name="csX4" fmla="*/ 9908 w 116962"/>
                <a:gd name="csY4" fmla="*/ 15094 h 455491"/>
                <a:gd name="csX5" fmla="*/ 88051 w 116962"/>
                <a:gd name="csY5" fmla="*/ 227809 h 455491"/>
                <a:gd name="csX6" fmla="*/ 6883 w 116962"/>
                <a:gd name="csY6" fmla="*/ 443256 h 455491"/>
                <a:gd name="csX7" fmla="*/ 329 w 116962"/>
                <a:gd name="csY7" fmla="*/ 451000 h 455491"/>
                <a:gd name="csX8" fmla="*/ 5371 w 116962"/>
                <a:gd name="csY8" fmla="*/ 455555 h 455491"/>
                <a:gd name="csX9" fmla="*/ 85530 w 116962"/>
                <a:gd name="csY9" fmla="*/ 366734 h 455491"/>
                <a:gd name="csX10" fmla="*/ 117291 w 116962"/>
                <a:gd name="csY10" fmla="*/ 227809 h 4554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16962" h="455491">
                  <a:moveTo>
                    <a:pt x="117291" y="227809"/>
                  </a:moveTo>
                  <a:cubicBezTo>
                    <a:pt x="117291" y="192280"/>
                    <a:pt x="111746" y="137166"/>
                    <a:pt x="84018" y="85695"/>
                  </a:cubicBezTo>
                  <a:cubicBezTo>
                    <a:pt x="53769" y="29670"/>
                    <a:pt x="10412" y="63"/>
                    <a:pt x="5371" y="63"/>
                  </a:cubicBezTo>
                  <a:cubicBezTo>
                    <a:pt x="2346" y="63"/>
                    <a:pt x="329" y="1885"/>
                    <a:pt x="329" y="4618"/>
                  </a:cubicBezTo>
                  <a:cubicBezTo>
                    <a:pt x="329" y="5984"/>
                    <a:pt x="329" y="6895"/>
                    <a:pt x="9908" y="15094"/>
                  </a:cubicBezTo>
                  <a:cubicBezTo>
                    <a:pt x="59314" y="60188"/>
                    <a:pt x="88051" y="132611"/>
                    <a:pt x="88051" y="227809"/>
                  </a:cubicBezTo>
                  <a:cubicBezTo>
                    <a:pt x="88051" y="305698"/>
                    <a:pt x="69397" y="385864"/>
                    <a:pt x="6883" y="443256"/>
                  </a:cubicBezTo>
                  <a:cubicBezTo>
                    <a:pt x="329" y="448722"/>
                    <a:pt x="329" y="449633"/>
                    <a:pt x="329" y="451000"/>
                  </a:cubicBezTo>
                  <a:cubicBezTo>
                    <a:pt x="329" y="453733"/>
                    <a:pt x="2346" y="455555"/>
                    <a:pt x="5371" y="455555"/>
                  </a:cubicBezTo>
                  <a:cubicBezTo>
                    <a:pt x="10412" y="455555"/>
                    <a:pt x="55785" y="424581"/>
                    <a:pt x="85530" y="366734"/>
                  </a:cubicBezTo>
                  <a:cubicBezTo>
                    <a:pt x="111242" y="316630"/>
                    <a:pt x="117291" y="266070"/>
                    <a:pt x="117291" y="227809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72" name="Figura a mano libera 971">
              <a:extLst>
                <a:ext uri="{FF2B5EF4-FFF2-40B4-BE49-F238E27FC236}">
                  <a16:creationId xmlns:a16="http://schemas.microsoft.com/office/drawing/2014/main" id="{248D1424-8819-EF9D-EAD8-626385E4D971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9430489" y="5361316"/>
              <a:ext cx="53439" cy="48282"/>
            </a:xfrm>
            <a:custGeom>
              <a:avLst/>
              <a:gdLst>
                <a:gd name="csX0" fmla="*/ 53773 w 53439"/>
                <a:gd name="csY0" fmla="*/ 24204 h 48282"/>
                <a:gd name="csX1" fmla="*/ 27053 w 53439"/>
                <a:gd name="csY1" fmla="*/ 63 h 48282"/>
                <a:gd name="csX2" fmla="*/ 333 w 53439"/>
                <a:gd name="csY2" fmla="*/ 24204 h 48282"/>
                <a:gd name="csX3" fmla="*/ 27053 w 53439"/>
                <a:gd name="csY3" fmla="*/ 48345 h 48282"/>
                <a:gd name="csX4" fmla="*/ 53773 w 53439"/>
                <a:gd name="csY4" fmla="*/ 24204 h 482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3439" h="48282">
                  <a:moveTo>
                    <a:pt x="53773" y="24204"/>
                  </a:moveTo>
                  <a:cubicBezTo>
                    <a:pt x="53773" y="10995"/>
                    <a:pt x="41673" y="63"/>
                    <a:pt x="27053" y="63"/>
                  </a:cubicBezTo>
                  <a:cubicBezTo>
                    <a:pt x="12432" y="63"/>
                    <a:pt x="333" y="10995"/>
                    <a:pt x="333" y="24204"/>
                  </a:cubicBezTo>
                  <a:cubicBezTo>
                    <a:pt x="333" y="37413"/>
                    <a:pt x="12432" y="48345"/>
                    <a:pt x="27053" y="48345"/>
                  </a:cubicBezTo>
                  <a:cubicBezTo>
                    <a:pt x="41673" y="48345"/>
                    <a:pt x="53773" y="37413"/>
                    <a:pt x="53773" y="24204"/>
                  </a:cubicBezTo>
                  <a:close/>
                </a:path>
              </a:pathLst>
            </a:custGeom>
            <a:solidFill>
              <a:srgbClr val="000000"/>
            </a:solidFill>
            <a:ln w="50604" cap="flat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74" name="Segnaposto testo 1">
            <a:extLst>
              <a:ext uri="{FF2B5EF4-FFF2-40B4-BE49-F238E27FC236}">
                <a16:creationId xmlns:a16="http://schemas.microsoft.com/office/drawing/2014/main" id="{78FF4DD0-3762-7FF8-BEEB-64B58220E667}"/>
              </a:ext>
            </a:extLst>
          </p:cNvPr>
          <p:cNvSpPr txBox="1">
            <a:spLocks/>
          </p:cNvSpPr>
          <p:nvPr/>
        </p:nvSpPr>
        <p:spPr>
          <a:xfrm>
            <a:off x="0" y="5960534"/>
            <a:ext cx="16734987" cy="1928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634440" indent="-566707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Clr>
                <a:srgbClr val="335C79"/>
              </a:buClr>
              <a:buSzPct val="100000"/>
              <a:buFontTx/>
              <a:buBlip>
                <a:blip r:embed="rId102"/>
              </a:buBlip>
              <a:tabLst/>
              <a:defRPr lang="it-IT" sz="3982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634440" indent="-629925" algn="l" defTabSz="1300460" rtl="0" eaLnBrk="1" latinLnBrk="0" hangingPunct="1">
              <a:lnSpc>
                <a:spcPct val="100000"/>
              </a:lnSpc>
              <a:spcBef>
                <a:spcPts val="711"/>
              </a:spcBef>
              <a:spcAft>
                <a:spcPts val="1280"/>
              </a:spcAft>
              <a:buFont typeface="Font di sistema regolare"/>
              <a:buChar char=" "/>
              <a:tabLst/>
              <a:defRPr lang="it-IT" sz="3413" b="0" i="0" kern="1200"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1264364" indent="-629925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SzPct val="120000"/>
              <a:buFontTx/>
              <a:buBlip>
                <a:blip r:embed="rId103"/>
              </a:buBlip>
              <a:tabLst>
                <a:tab pos="1133411" algn="l"/>
              </a:tabLst>
              <a:defRPr lang="it-IT" sz="3413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64364" indent="-564448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SzPct val="100000"/>
              <a:buFont typeface="Font di sistema regolare"/>
              <a:buChar char="◦"/>
              <a:tabLst>
                <a:tab pos="1133411" algn="l"/>
              </a:tabLst>
              <a:defRPr lang="en-US" sz="3413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264364" indent="-629925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SzPct val="120000"/>
              <a:buFontTx/>
              <a:buBlip>
                <a:blip r:embed="rId104"/>
              </a:buBlip>
              <a:tabLst>
                <a:tab pos="1133411" algn="l"/>
              </a:tabLst>
              <a:defRPr lang="en-US" sz="3413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1772367" indent="-442527" algn="l" defTabSz="1300460" rtl="0" eaLnBrk="1" latinLnBrk="0" hangingPunct="1">
              <a:lnSpc>
                <a:spcPct val="90000"/>
              </a:lnSpc>
              <a:spcBef>
                <a:spcPts val="853"/>
              </a:spcBef>
              <a:buFont typeface="Wingdings" pitchFamily="2" charset="2"/>
              <a:buChar char="§"/>
              <a:tabLst/>
              <a:defRPr lang="en-US" sz="2560" b="0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Condensed Light" panose="020B0306030504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defRPr>
            </a:lvl6pPr>
            <a:lvl7pPr marL="422649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72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95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ALLINEAMENTRO: poi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rimuovono</a:t>
            </a:r>
            <a:r>
              <a:rPr lang="en-US" dirty="0"/>
              <a:t> le prime dx </a:t>
            </a:r>
            <a:r>
              <a:rPr lang="en-US" dirty="0" err="1"/>
              <a:t>righe</a:t>
            </a:r>
            <a:r>
              <a:rPr lang="en-US" dirty="0"/>
              <a:t> per </a:t>
            </a:r>
            <a:r>
              <a:rPr lang="en-US" dirty="0" err="1"/>
              <a:t>eliminare</a:t>
            </a:r>
            <a:r>
              <a:rPr lang="en-US" dirty="0"/>
              <a:t> I </a:t>
            </a:r>
            <a:r>
              <a:rPr lang="en-US" dirty="0" err="1"/>
              <a:t>valori</a:t>
            </a:r>
            <a:r>
              <a:rPr lang="en-US" dirty="0"/>
              <a:t> Nan generate </a:t>
            </a:r>
            <a:r>
              <a:rPr lang="en-US" dirty="0" err="1"/>
              <a:t>dallo</a:t>
            </a:r>
            <a:r>
              <a:rPr lang="en-US" dirty="0"/>
              <a:t> shift </a:t>
            </a:r>
            <a:r>
              <a:rPr lang="en-US" dirty="0" err="1"/>
              <a:t>temporale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7521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33147E6B-97DF-E2AC-3E20-7D4C31E9F9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5870" y="1407510"/>
            <a:ext cx="16734987" cy="7871698"/>
          </a:xfrm>
        </p:spPr>
        <p:txBody>
          <a:bodyPr/>
          <a:lstStyle/>
          <a:p>
            <a:r>
              <a:rPr lang="en-US" dirty="0"/>
              <a:t>RISULTATI CON LAG=0 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382C6D64-9F8F-0F02-B1DD-81F181AC9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2" y="215161"/>
            <a:ext cx="15359378" cy="807863"/>
          </a:xfrm>
        </p:spPr>
        <p:txBody>
          <a:bodyPr/>
          <a:lstStyle/>
          <a:p>
            <a:r>
              <a:rPr lang="it-IT" dirty="0"/>
              <a:t>RESULTS OF RESPONSE (IN+3) PART 1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FCA2462-00C1-9BA1-D094-02D34D675E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49" t="62944" r="50824" b="12625"/>
          <a:stretch>
            <a:fillRect/>
          </a:stretch>
        </p:blipFill>
        <p:spPr>
          <a:xfrm>
            <a:off x="255870" y="2169510"/>
            <a:ext cx="4345675" cy="24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8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3AB4B4C0-E93E-AF12-37D7-F3DDDB3A57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0A78E76D-5A0A-DB96-3DB7-2A3C3F879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RESULTS OF RESPONSE (IN+3) PART 2</a:t>
            </a:r>
          </a:p>
        </p:txBody>
      </p:sp>
    </p:spTree>
    <p:extLst>
      <p:ext uri="{BB962C8B-B14F-4D97-AF65-F5344CB8AC3E}">
        <p14:creationId xmlns:p14="http://schemas.microsoft.com/office/powerpoint/2010/main" val="2851548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CB579A0B-F7CF-8E53-73FB-C8EA229223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5870" y="1407510"/>
            <a:ext cx="16734987" cy="7871698"/>
          </a:xfrm>
        </p:spPr>
        <p:txBody>
          <a:bodyPr/>
          <a:lstStyle/>
          <a:p>
            <a:r>
              <a:rPr lang="en-US" dirty="0"/>
              <a:t>RISULTAYI CON LAG=3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22BD3CD5-3780-4000-4B6E-3BB15A45C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2" y="215161"/>
            <a:ext cx="15359378" cy="807863"/>
          </a:xfrm>
        </p:spPr>
        <p:txBody>
          <a:bodyPr/>
          <a:lstStyle/>
          <a:p>
            <a:r>
              <a:rPr lang="it-IT" dirty="0"/>
              <a:t>RESULTS OF RESPONSE (IN+6) PART 1</a:t>
            </a:r>
          </a:p>
        </p:txBody>
      </p:sp>
    </p:spTree>
    <p:extLst>
      <p:ext uri="{BB962C8B-B14F-4D97-AF65-F5344CB8AC3E}">
        <p14:creationId xmlns:p14="http://schemas.microsoft.com/office/powerpoint/2010/main" val="76668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2B7D30C3-91A6-1C41-B1D7-68B735C406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1E5165A2-E319-7CF7-293A-FB55CC996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RESULTS OF RESPONSE (IN+6) PART 2</a:t>
            </a:r>
          </a:p>
        </p:txBody>
      </p:sp>
    </p:spTree>
    <p:extLst>
      <p:ext uri="{BB962C8B-B14F-4D97-AF65-F5344CB8AC3E}">
        <p14:creationId xmlns:p14="http://schemas.microsoft.com/office/powerpoint/2010/main" val="950592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B05E0B58-B98E-E359-9798-622E80B978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dirty="0"/>
              <a:t>BEST MODEL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B9586BC1-1D3B-B9A7-8496-225BC038B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2" y="215161"/>
            <a:ext cx="15359378" cy="1192349"/>
          </a:xfrm>
        </p:spPr>
        <p:txBody>
          <a:bodyPr/>
          <a:lstStyle/>
          <a:p>
            <a:r>
              <a:rPr lang="it-IT" dirty="0"/>
              <a:t>				CONCLUSIONS</a:t>
            </a: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29955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7.92278"/>
  <p:tag name="ORIGINALWIDTH" val=" 231.1285"/>
  <p:tag name="OUTPUTTYPE" val="SVG"/>
  <p:tag name="IGUANATEXVERSION" val="162"/>
  <p:tag name="LATEXADDIN" val="\documentclass{article}&#10;\usepackage{amsmath}&#10;\pagestyle{empty}&#10;\begin{document}&#10;&#10;&#10;&#10;&#10;\[&#10;X_{lag}(k) = \Big[ X_{raw}(k), \; X_{raw}(k-1), \; \dots, \; X_{raw}(k-d) \Big]&#10;\]&#10;&#10;&#10;&#10;\end{document}"/>
  <p:tag name="IGUANATEXSIZE" val="39.82"/>
  <p:tag name="IGUANATEXCURSOR" val="171"/>
  <p:tag name="TRANSPARENCY" val="Vero"/>
  <p:tag name="CHOOSECOLOR" val="Falso"/>
  <p:tag name="COLORHEX" val="000000"/>
  <p:tag name="LATEXENGINEID" val="0"/>
  <p:tag name="TEMPFOLDER" val="/Users/diegobanfi/Library/Containers/com.microsoft.Powerpoint/Data/tmp/TemporaryItems/"/>
  <p:tag name="LATEXFORMHEIGHT" val=" 426.65"/>
  <p:tag name="LATEXFORMWIDTH" val=" 513.35"/>
  <p:tag name="LATEXFORMWRAP" val="Vero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749351"/>
  <p:tag name="ORIGINALWIDTH" val=" 18.60407"/>
  <p:tag name="OUTPUTTYPE" val="SVG"/>
  <p:tag name="IGUANATEXVERSION" val="162"/>
  <p:tag name="LATEXADDIN" val="\documentclass{article}&#10;\usepackage{amsmath}&#10;\pagestyle{empty}&#10;\begin{document}&#10;&#10;$X_{lag}$&#10;&#10;\end{document}"/>
  <p:tag name="IGUANATEXSIZE" val="40"/>
  <p:tag name="IGUANATEXCURSOR" val="90"/>
  <p:tag name="TRANSPARENCY" val="Vero"/>
  <p:tag name="CHOOSECOLOR" val="Falso"/>
  <p:tag name="COLORHEX" val="000000"/>
  <p:tag name="LATEXENGINEID" val="0"/>
  <p:tag name="TEMPFOLDER" val="/Users/diegobanfi/Library/Containers/com.microsoft.Powerpoint/Data/tmp/TemporaryItems/"/>
  <p:tag name="LATEXFORMHEIGHT" val=" 426.65"/>
  <p:tag name="LATEXFORMWIDTH" val=" 513.35"/>
  <p:tag name="LATEXFORMWRAP" val="Vero"/>
  <p:tag name="BITMAPVECTO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368603"/>
  <p:tag name="ORIGINALWIDTH" val=" 21.65941"/>
  <p:tag name="OUTPUTTYPE" val="SVG"/>
  <p:tag name="IGUANATEXVERSION" val="162"/>
  <p:tag name="LATEXADDIN" val="\documentclass{article}&#10;\usepackage{amsmath}&#10;\pagestyle{empty}&#10;\begin{document}&#10;&#10;&#10;$X_{raw}$&#10;&#10;\end{document}"/>
  <p:tag name="IGUANATEXSIZE" val="40"/>
  <p:tag name="IGUANATEXCURSOR" val="91"/>
  <p:tag name="TRANSPARENCY" val="Vero"/>
  <p:tag name="CHOOSECOLOR" val="Falso"/>
  <p:tag name="COLORHEX" val="000000"/>
  <p:tag name="LATEXENGINEID" val="0"/>
  <p:tag name="TEMPFOLDER" val="/Users/diegobanfi/Library/Containers/com.microsoft.Powerpoint/Data/tmp/TemporaryItems/"/>
  <p:tag name="LATEXFORMHEIGHT" val=" 426.65"/>
  <p:tag name="LATEXFORMWIDTH" val=" 513.35"/>
  <p:tag name="LATEXFORMWRAP" val="Vero"/>
  <p:tag name="BITMAPVECTO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58"/>
  <p:tag name="ORIGINALWIDTH" val=" 256.57"/>
  <p:tag name="OUTPUTTYPE" val="SVG"/>
  <p:tag name="IGUANATEXVERSION" val="162"/>
  <p:tag name="LATEXADDIN" val="\documentclass{article}&#10;\usepackage{amsmath}&#10;\pagestyle{empty}&#10;\begin{document}&#10;&#10;Se $dx = 2$, ho una finestra di 3 istanti totali ($t, t-1, t-2$).&#10;&#10;\end{document}"/>
  <p:tag name="IGUANATEXSIZE" val="40"/>
  <p:tag name="IGUANATEXCURSOR" val="96"/>
  <p:tag name="TRANSPARENCY" val="Vero"/>
  <p:tag name="CHOOSECOLOR" val="Falso"/>
  <p:tag name="COLORHEX" val="000000"/>
  <p:tag name="LATEXENGINEID" val="0"/>
  <p:tag name="TEMPFOLDER" val="/Users/diegobanfi/Library/Containers/com.microsoft.Powerpoint/Data/tmp/TemporaryItems/"/>
  <p:tag name="LATEXFORMHEIGHT" val=" 426.65"/>
  <p:tag name="LATEXFORMWIDTH" val=" 513.35"/>
  <p:tag name="LATEXFORMWRAP" val="Vero"/>
  <p:tag name="BITMAPVECTO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518543"/>
  <p:tag name="ORIGINALWIDTH" val=" 4.396398"/>
  <p:tag name="LATEXADDIN" val="\documentclass{article}&#10;\usepackage{amsmath}&#10;\pagestyle{empty}&#10;\begin{document}&#10;&#10;Se $dx = 2$, ho una finestra di 3 istanti totali ($t, t-1, t-2$).&#10;&#10;\end{document}"/>
  <p:tag name="IGUANATEXSIZE" val="40"/>
  <p:tag name="IGUANATEXCURSOR" val="96"/>
  <p:tag name="TRANSPARENCY" val="Vero"/>
  <p:tag name="CHOOSECOLOR" val="Falso"/>
  <p:tag name="COLORHEX" val="000000"/>
  <p:tag name="LATEXENGINEID" val="0"/>
  <p:tag name="TEMPFOLDER" val="/Users/diegobanfi/Library/Containers/com.microsoft.Powerpoint/Data/tmp/TemporaryItems/"/>
  <p:tag name="LATEXFORMHEIGHT" val=" 426.65"/>
  <p:tag name="LATEXFORMWIDTH" val=" 513.35"/>
  <p:tag name="LATEXFORMWRAP" val="Vero"/>
  <p:tag name="BITMAPVECTOR" val="1"/>
  <p:tag name="EMFCHILD" val="Ver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15551"/>
  <p:tag name="ORIGINALWIDTH" val=" 3.84065"/>
  <p:tag name="EMFCHILD" val="Vero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2128"/>
  <p:tag name="ORIGINALWIDTH" val=" 4.723897"/>
  <p:tag name="EMFCHILD" val="Ver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061752"/>
  <p:tag name="ORIGINALWIDTH" val=" 4.942225"/>
  <p:tag name="EMFCHILD" val="Ver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09813"/>
  <p:tag name="ORIGINALWIDTH" val=" 6.599567"/>
  <p:tag name="EMFCHILD" val="Vero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971594"/>
  <p:tag name="ORIGINALWIDTH" val=" 3.959744"/>
  <p:tag name="EMFCHILD" val="Vero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45"/>
  <p:tag name="ORIGINALWIDTH" val=" 1.161122"/>
  <p:tag name="EMFCHILD" val="Vero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22658"/>
  <p:tag name="ORIGINALWIDTH" val=" 4.99185"/>
  <p:tag name="EMFCHILD" val="Ver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15551"/>
  <p:tag name="ORIGINALWIDTH" val=" 4.396398"/>
  <p:tag name="EMFCHILD" val="Vero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061752"/>
  <p:tag name="ORIGINALWIDTH" val=" 4.99185"/>
  <p:tag name="EMFCHILD" val="Vero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96313"/>
  <p:tag name="ORIGINALWIDTH" val=" 4.99185"/>
  <p:tag name="EMFCHILD" val="Vero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15551"/>
  <p:tag name="ORIGINALWIDTH" val=" 4.475788"/>
  <p:tag name="EMFCHILD" val="Vero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2128"/>
  <p:tag name="ORIGINALWIDTH" val=" 4.962087"/>
  <p:tag name="EMFCHILD" val="Vero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96313"/>
  <p:tag name="ORIGINALWIDTH" val=" 4.99185"/>
  <p:tag name="EMFCHILD" val="Vero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15551"/>
  <p:tag name="ORIGINALWIDTH" val=" 3.84065"/>
  <p:tag name="EMFCHILD" val="Vero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15551"/>
  <p:tag name="ORIGINALWIDTH" val=" 3.245197"/>
  <p:tag name="EMFCHILD" val="Vero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612933"/>
  <p:tag name="ORIGINALWIDTH" val=" 3.10626"/>
  <p:tag name="EMFCHILD" val="Vero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96313"/>
  <p:tag name="ORIGINALWIDTH" val=" 3.334508"/>
  <p:tag name="EMFCHILD" val="Vero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15551"/>
  <p:tag name="ORIGINALWIDTH" val=" 4.475788"/>
  <p:tag name="EMFCHILD" val="Vero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32128"/>
  <p:tag name="ORIGINALWIDTH" val=" 4.892599"/>
  <p:tag name="EMFCHILD" val="Vero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998504"/>
  <p:tag name="ORIGINALWIDTH" val=" 2.12376"/>
  <p:tag name="EMFCHILD" val="Vero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168858"/>
  <p:tag name="ORIGINALWIDTH" val=" 4.118524"/>
  <p:tag name="EMFCHILD" val="Vero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998504"/>
  <p:tag name="ORIGINALWIDTH" val=" 2.12376"/>
  <p:tag name="EMFCHILD" val="Ver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15551"/>
  <p:tag name="ORIGINALWIDTH" val=" 3.245197"/>
  <p:tag name="EMFCHILD" val="Vero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612933"/>
  <p:tag name="ORIGINALWIDTH" val=" 3.10626"/>
  <p:tag name="EMFCHILD" val="Vero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15551"/>
  <p:tag name="ORIGINALWIDTH" val=" 4.475788"/>
  <p:tag name="EMFCHILD" val="Vero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96313"/>
  <p:tag name="ORIGINALWIDTH" val=" 4.99185"/>
  <p:tag name="EMFCHILD" val="Vero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612933"/>
  <p:tag name="ORIGINALWIDTH" val=" 3.10626"/>
  <p:tag name="EMFCHILD" val="Vero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998504"/>
  <p:tag name="ORIGINALWIDTH" val=" 2.12376"/>
  <p:tag name="EMFCHILD" val="Vero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612933"/>
  <p:tag name="ORIGINALWIDTH" val=" 3.10626"/>
  <p:tag name="EMFCHILD" val="Vero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15551"/>
  <p:tag name="ORIGINALWIDTH" val=" 4.396398"/>
  <p:tag name="EMFCHILD" val="Vero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612933"/>
  <p:tag name="ORIGINALWIDTH" val=" 3.10626"/>
  <p:tag name="EMFCHILD" val="Vero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115551"/>
  <p:tag name="ORIGINALWIDTH" val=" 4.475788"/>
  <p:tag name="EMFCHILD" val="Vero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222658"/>
  <p:tag name="ORIGINALWIDTH" val=" 2.20315"/>
  <p:tag name="EMFCHILD" val="Vero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998504"/>
  <p:tag name="ORIGINALWIDTH" val=" 2.12376"/>
  <p:tag name="EMFCHILD" val="Vero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58"/>
  <p:tag name="ORIGINALWIDTH" val=" 2.302402"/>
  <p:tag name="EMFCHILD" val="Vero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11575"/>
  <p:tag name="ORIGINALWIDTH" val=" 3.046713"/>
  <p:tag name="EMFCHILD" val="Vero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45"/>
  <p:tag name="ORIGINALWIDTH" val=" 1.161122"/>
  <p:tag name="EMFCHILD" val="Vero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11575"/>
  <p:tag name="ORIGINALWIDTH" val=" 3.046713"/>
  <p:tag name="EMFCHILD" val="Ver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586417"/>
  <p:tag name="ORIGINALWIDTH" val=" 6.063662"/>
  <p:tag name="EMFCHILD" val="Vero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971594"/>
  <p:tag name="ORIGINALWIDTH" val=" 3.274961"/>
  <p:tag name="EMFCHILD" val="Vero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680945"/>
  <p:tag name="ORIGINALWIDTH" val=" 1.161122"/>
  <p:tag name="EMFCHILD" val="Vero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711575"/>
  <p:tag name="ORIGINALWIDTH" val=" 3.046713"/>
  <p:tag name="EMFCHILD" val="Vero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586417"/>
  <p:tag name="ORIGINALWIDTH" val=" 6.063662"/>
  <p:tag name="EMFCHILD" val="Vero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5.971594"/>
  <p:tag name="ORIGINALWIDTH" val=" 3.959744"/>
  <p:tag name="EMFCHILD" val="Vero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8.966358"/>
  <p:tag name="ORIGINALWIDTH" val=" 2.302402"/>
  <p:tag name="EMFCHILD" val="Vero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9504331"/>
  <p:tag name="ORIGINALWIDTH" val=" 1.051949"/>
  <p:tag name="EMFCHILD" val="Vero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69"/>
  <p:tag name="ORIGINALWIDTH" val=" 8.209212"/>
  <p:tag name="LATEXADDIN" val="\documentclass{article}&#10;\usepackage{amsmath}&#10;\pagestyle{empty}&#10;\begin{document}&#10;&#10;&#10;$X_{raw}$&#10;&#10;\end{document}"/>
  <p:tag name="IGUANATEXSIZE" val="40"/>
  <p:tag name="IGUANATEXCURSOR" val="91"/>
  <p:tag name="TRANSPARENCY" val="Vero"/>
  <p:tag name="CHOOSECOLOR" val="Falso"/>
  <p:tag name="COLORHEX" val="000000"/>
  <p:tag name="LATEXENGINEID" val="0"/>
  <p:tag name="TEMPFOLDER" val="/Users/diegobanfi/Library/Containers/com.microsoft.Powerpoint/Data/tmp/TemporaryItems/"/>
  <p:tag name="LATEXFORMHEIGHT" val=" 426.65"/>
  <p:tag name="LATEXFORMWIDTH" val=" 513.35"/>
  <p:tag name="LATEXFORMWRAP" val="Vero"/>
  <p:tag name="BITMAPVECTOR" val="1"/>
  <p:tag name="EMFCHILD" val="Vero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97"/>
  <p:tag name="ORIGINALWIDTH" val=" 3.242835"/>
  <p:tag name="EMFCHILD" val="Vero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97"/>
  <p:tag name="ORIGINALWIDTH" val=" 3.556653"/>
  <p:tag name="EMFCHILD" val="Vero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52165"/>
  <p:tag name="ORIGINALWIDTH" val=" 5.111811"/>
  <p:tag name="EMFCHILD" val="Vero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124016"/>
  <p:tag name="ORIGINALWIDTH" val=" 8.209212"/>
  <p:tag name="LATEXADDIN" val="\documentclass{article}&#10;\usepackage{amsmath}&#10;\pagestyle{empty}&#10;\begin{document}&#10;&#10;$X_{lag}$&#10;&#10;\end{document}"/>
  <p:tag name="IGUANATEXSIZE" val="40"/>
  <p:tag name="IGUANATEXCURSOR" val="90"/>
  <p:tag name="TRANSPARENCY" val="Vero"/>
  <p:tag name="CHOOSECOLOR" val="Falso"/>
  <p:tag name="COLORHEX" val="000000"/>
  <p:tag name="LATEXENGINEID" val="0"/>
  <p:tag name="TEMPFOLDER" val="/Users/diegobanfi/Library/Containers/com.microsoft.Powerpoint/Data/tmp/TemporaryItems/"/>
  <p:tag name="LATEXFORMHEIGHT" val=" 426.65"/>
  <p:tag name="LATEXFORMWIDTH" val=" 513.35"/>
  <p:tag name="LATEXFORMWRAP" val="Vero"/>
  <p:tag name="BITMAPVECTOR" val="1"/>
  <p:tag name="EMFCHILD" val="Vero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18622"/>
  <p:tag name="ORIGINALWIDTH" val=" 1.562126"/>
  <p:tag name="EMFCHILD" val="Vero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830669"/>
  <p:tag name="ORIGINALWIDTH" val=" 3.556653"/>
  <p:tag name="EMFCHILD" val="Vero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048307"/>
  <p:tag name="ORIGINALWIDTH" val=" 3.438091"/>
  <p:tag name="EMFCHILD" val="Vero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79"/>
  <p:tag name="ORIGINALWIDTH" val=" 8.209206"/>
  <p:tag name="LATEXADDIN" val="\documentclass{article}&#10;\usepackage{amsmath}&#10;\pagestyle{empty}&#10;\begin{document}&#10;&#10;&#10;&#10;&#10;\[&#10;X_{lag}(k) = \Big[ X_{raw}(k), \; X_{raw}(k-1), \; \dots, \; X_{raw}(k-d) \Big]&#10;\]&#10;&#10;&#10;&#10;\end{document}"/>
  <p:tag name="IGUANATEXSIZE" val="39.82"/>
  <p:tag name="IGUANATEXCURSOR" val="171"/>
  <p:tag name="TRANSPARENCY" val="Vero"/>
  <p:tag name="CHOOSECOLOR" val="Falso"/>
  <p:tag name="COLORHEX" val="000000"/>
  <p:tag name="LATEXENGINEID" val="0"/>
  <p:tag name="TEMPFOLDER" val="/Users/diegobanfi/Library/Containers/com.microsoft.Powerpoint/Data/tmp/TemporaryItems/"/>
  <p:tag name="LATEXFORMHEIGHT" val=" 426.65"/>
  <p:tag name="LATEXFORMWIDTH" val=" 513.35"/>
  <p:tag name="LATEXFORMWRAP" val="Vero"/>
  <p:tag name="BITMAPVECTOR" val="1"/>
  <p:tag name="EMFCHILD" val="Vero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909574"/>
  <p:tag name="ORIGINALWIDTH" val=" 1.562128"/>
  <p:tag name="EMFCHILD" val="Vero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97"/>
  <p:tag name="ORIGINALWIDTH" val=" 3.556655"/>
  <p:tag name="EMFCHILD" val="Vero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4.498116"/>
  <p:tag name="ORIGINALWIDTH" val=" 3.43809"/>
  <p:tag name="EMFCHILD" val="Vero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7"/>
  <p:tag name="ORIGINALWIDTH" val=" 2.311326"/>
  <p:tag name="EMFCHILD" val="Vero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54"/>
  <p:tag name="ORIGINALWIDTH" val=" 4.513065"/>
  <p:tag name="EMFCHILD" val="Vero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7"/>
  <p:tag name="ORIGINALWIDTH" val=" 2.311326"/>
  <p:tag name="EMFCHILD" val="Vero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331239"/>
  <p:tag name="ORIGINALWIDTH" val=" 6.625148"/>
  <p:tag name="EMFCHILD" val="Vero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7.92278"/>
  <p:tag name="ORIGINALWIDTH" val=" 2.261515"/>
  <p:tag name="EMFCHILD" val="Vero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79"/>
  <p:tag name="ORIGINALWIDTH" val=" 8.209206"/>
  <p:tag name="EMFCHILD" val="Vero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97"/>
  <p:tag name="ORIGINALWIDTH" val=" 3.242821"/>
  <p:tag name="EMFCHILD" val="Vero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97"/>
  <p:tag name="ORIGINALWIDTH" val=" 3.556655"/>
  <p:tag name="EMFCHILD" val="Vero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52177"/>
  <p:tag name="ORIGINALWIDTH" val=" 5.111823"/>
  <p:tag name="EMFCHILD" val="Vero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7"/>
  <p:tag name="ORIGINALWIDTH" val=" 2.311326"/>
  <p:tag name="EMFCHILD" val="Vero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54"/>
  <p:tag name="ORIGINALWIDTH" val=" 4.513065"/>
  <p:tag name="EMFCHILD" val="Vero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7"/>
  <p:tag name="ORIGINALWIDTH" val=" 2.311326"/>
  <p:tag name="EMFCHILD" val="Vero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18"/>
  <p:tag name="ORIGINALWIDTH" val=" 1.165619"/>
  <p:tag name="EMFCHILD" val="Vero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79"/>
  <p:tag name="ORIGINALWIDTH" val=" 8.209206"/>
  <p:tag name="EMFCHILD" val="Vero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97"/>
  <p:tag name="ORIGINALWIDTH" val=" 3.242821"/>
  <p:tag name="EMFCHILD" val="Vero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97"/>
  <p:tag name="ORIGINALWIDTH" val=" 3.556655"/>
  <p:tag name="EMFCHILD" val="Vero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52177"/>
  <p:tag name="ORIGINALWIDTH" val=" 5.111823"/>
  <p:tag name="EMFCHILD" val="Vero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7"/>
  <p:tag name="ORIGINALWIDTH" val=" 2.311326"/>
  <p:tag name="EMFCHILD" val="Vero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54"/>
  <p:tag name="ORIGINALWIDTH" val=" 4.513065"/>
  <p:tag name="EMFCHILD" val="Vero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84861"/>
  <p:tag name="ORIGINALWIDTH" val=" 6.087156"/>
  <p:tag name="EMFCHILD" val="Vero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635114"/>
  <p:tag name="ORIGINALWIDTH" val=" 3.287669"/>
  <p:tag name="EMFCHILD" val="Vero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7"/>
  <p:tag name="ORIGINALWIDTH" val=" 2.311326"/>
  <p:tag name="EMFCHILD" val="Vero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18"/>
  <p:tag name="ORIGINALWIDTH" val=" 1.165619"/>
  <p:tag name="EMFCHILD" val="Vero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2"/>
  <p:tag name="ORIGINALWIDTH" val=" 1.056032"/>
  <p:tag name="EMFCHILD" val="Vero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2"/>
  <p:tag name="ORIGINALWIDTH" val=" 1.056032"/>
  <p:tag name="EMFCHILD" val="Vero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.056032"/>
  <p:tag name="ORIGINALWIDTH" val=" 1.056032"/>
  <p:tag name="EMFCHILD" val="Vero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2.978818"/>
  <p:tag name="ORIGINALWIDTH" val=" 1.165619"/>
  <p:tag name="EMFCHILD" val="Vero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6.804479"/>
  <p:tag name="ORIGINALWIDTH" val=" 8.209206"/>
  <p:tag name="EMFCHILD" val="Vero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97"/>
  <p:tag name="ORIGINALWIDTH" val=" 3.242821"/>
  <p:tag name="EMFCHILD" val="Vero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45197"/>
  <p:tag name="ORIGINALWIDTH" val=" 3.556655"/>
  <p:tag name="EMFCHILD" val="Vero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3.152177"/>
  <p:tag name="ORIGINALWIDTH" val=" 5.111823"/>
  <p:tag name="EMFCHILD" val="Vero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7"/>
  <p:tag name="ORIGINALWIDTH" val=" 2.311326"/>
  <p:tag name="EMFCHILD" val="Vero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54"/>
  <p:tag name="ORIGINALWIDTH" val=" 4.513065"/>
  <p:tag name="EMFCHILD" val="Vero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.3984861"/>
  <p:tag name="ORIGINALWIDTH" val=" 6.087156"/>
  <p:tag name="EMFCHILD" val="Vero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7.023654"/>
  <p:tag name="ORIGINALWIDTH" val=" 4.742206"/>
  <p:tag name="EMFCHILD" val="Vero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9.962627"/>
  <p:tag name="ORIGINALWIDTH" val=" 2.311326"/>
  <p:tag name="EMFCHILD" val="Vero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 17.92278"/>
  <p:tag name="ORIGINALWIDTH" val=" 2.261515"/>
  <p:tag name="EMFCHILD" val="Vero"/>
</p:tagLst>
</file>

<file path=ppt/theme/theme1.xml><?xml version="1.0" encoding="utf-8"?>
<a:theme xmlns:a="http://schemas.openxmlformats.org/drawingml/2006/main" name="Office 2013 - Tema 2022">
  <a:themeElements>
    <a:clrScheme name="Office 2013 - Tema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0365C0"/>
          </a:solidFill>
          <a:prstDash val="solid"/>
          <a:beve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365C0"/>
          </a:solidFill>
          <a:prstDash val="solid"/>
          <a:beve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b959400-96bf-404b-88da-16940348e9f1" xsi:nil="true"/>
    <lcf76f155ced4ddcb4097134ff3c332f xmlns="59aa0520-8a7f-4d45-b540-c57e063811a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E477A1235A94C4AA4C28BF09DBEB417" ma:contentTypeVersion="12" ma:contentTypeDescription="Creare un nuovo documento." ma:contentTypeScope="" ma:versionID="7f28607eeb7e95cd57d1491458fdbd35">
  <xsd:schema xmlns:xsd="http://www.w3.org/2001/XMLSchema" xmlns:xs="http://www.w3.org/2001/XMLSchema" xmlns:p="http://schemas.microsoft.com/office/2006/metadata/properties" xmlns:ns2="59aa0520-8a7f-4d45-b540-c57e063811a2" xmlns:ns3="6b959400-96bf-404b-88da-16940348e9f1" targetNamespace="http://schemas.microsoft.com/office/2006/metadata/properties" ma:root="true" ma:fieldsID="f29e9744678c42f29c645596afaa0481" ns2:_="" ns3:_="">
    <xsd:import namespace="59aa0520-8a7f-4d45-b540-c57e063811a2"/>
    <xsd:import namespace="6b959400-96bf-404b-88da-16940348e9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aa0520-8a7f-4d45-b540-c57e063811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 immagine" ma:readOnly="false" ma:fieldId="{5cf76f15-5ced-4ddc-b409-7134ff3c332f}" ma:taxonomyMulti="true" ma:sspId="6fe4079d-2b73-4d93-b654-11479622b6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959400-96bf-404b-88da-16940348e9f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a6fe987-ba55-4c92-8dcb-fcf58051240e}" ma:internalName="TaxCatchAll" ma:showField="CatchAllData" ma:web="6b959400-96bf-404b-88da-16940348e9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D48041-1E20-4538-B06A-2F3CBFA727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A840FE-EFE5-4F8D-8F42-0D69023DB76D}">
  <ds:schemaRefs>
    <ds:schemaRef ds:uri="http://schemas.microsoft.com/office/2006/metadata/properties"/>
    <ds:schemaRef ds:uri="http://schemas.microsoft.com/office/infopath/2007/PartnerControls"/>
    <ds:schemaRef ds:uri="6b959400-96bf-404b-88da-16940348e9f1"/>
    <ds:schemaRef ds:uri="59aa0520-8a7f-4d45-b540-c57e063811a2"/>
  </ds:schemaRefs>
</ds:datastoreItem>
</file>

<file path=customXml/itemProps3.xml><?xml version="1.0" encoding="utf-8"?>
<ds:datastoreItem xmlns:ds="http://schemas.openxmlformats.org/officeDocument/2006/customXml" ds:itemID="{E48A4F47-DC75-493D-8136-26F0853BB2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9aa0520-8a7f-4d45-b540-c57e063811a2"/>
    <ds:schemaRef ds:uri="6b959400-96bf-404b-88da-16940348e9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333</Words>
  <Application>Microsoft Macintosh PowerPoint</Application>
  <PresentationFormat>Personalizzato</PresentationFormat>
  <Paragraphs>33</Paragraphs>
  <Slides>9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20" baseType="lpstr">
      <vt:lpstr>Arial</vt:lpstr>
      <vt:lpstr>Open Sans Light</vt:lpstr>
      <vt:lpstr>Helvetica Neue</vt:lpstr>
      <vt:lpstr>Font di sistema regolare</vt:lpstr>
      <vt:lpstr>Open Sans Condensed Light</vt:lpstr>
      <vt:lpstr>Calibri Light</vt:lpstr>
      <vt:lpstr>Open Sans Condensed</vt:lpstr>
      <vt:lpstr>Helvetica Light</vt:lpstr>
      <vt:lpstr>Calibri</vt:lpstr>
      <vt:lpstr>Wingdings</vt:lpstr>
      <vt:lpstr>Office 2013 - Tema 2022</vt:lpstr>
      <vt:lpstr>SDN TRAFFIC PREDICTION WITH LAGGED FEATURES AND MACHINE LEARNING TECHNIQUES</vt:lpstr>
      <vt:lpstr>OBJECTIVES AND TARGET VARIABLE </vt:lpstr>
      <vt:lpstr>        DATASET</vt:lpstr>
      <vt:lpstr>LAG MATRIX CONSTRUCTION AND OPTIMAL LAG</vt:lpstr>
      <vt:lpstr>RESULTS OF RESPONSE (IN+3) PART 1</vt:lpstr>
      <vt:lpstr>RESULTS OF RESPONSE (IN+3) PART 2</vt:lpstr>
      <vt:lpstr>RESULTS OF RESPONSE (IN+6) PART 1</vt:lpstr>
      <vt:lpstr>RESULTS OF RESPONSE (IN+6) PART 2</vt:lpstr>
      <vt:lpstr>    CONCLUSIONS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Gabriella Fiore</dc:creator>
  <cp:lastModifiedBy>Diego Banfi</cp:lastModifiedBy>
  <cp:revision>19</cp:revision>
  <dcterms:modified xsi:type="dcterms:W3CDTF">2026-02-04T07:41:04Z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0x0101003E477A1235A94C4AA4C28BF09DBEB417</vt:lpwstr>
  </property>
</Properties>
</file>